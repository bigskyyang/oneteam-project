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Gmarket Sans Medium"/>
      <p:regular r:id="rId16"/>
    </p:embeddedFont>
    <p:embeddedFont>
      <p:font typeface="Gmarket Sans Light"/>
      <p:regular r:id="rId17"/>
    </p:embeddedFont>
    <p:embeddedFont>
      <p:font typeface="Pretendard Regular"/>
      <p:regular r:id="rId18"/>
    </p:embeddedFont>
    <p:embeddedFont>
      <p:font typeface="Pretendard Bold"/>
      <p:bold r:id="rId19"/>
    </p:embeddedFont>
    <p:embeddedFont>
      <p:font typeface="Pretendard Medium"/>
      <p:bold r:id="rId20"/>
    </p:embeddedFont>
    <p:embeddedFont>
      <p:font typeface="Pretendard Light"/>
      <p:regular r:id="rId21"/>
    </p:embeddedFont>
    <p:embeddedFont>
      <p:font typeface="Prompt-SemiBold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.fntdata" Type="http://schemas.openxmlformats.org/officeDocument/2006/relationships/font"/><Relationship Id="rId17" Target="fonts/font2.fntdata" Type="http://schemas.openxmlformats.org/officeDocument/2006/relationships/font"/><Relationship Id="rId18" Target="fonts/font3.fntdata" Type="http://schemas.openxmlformats.org/officeDocument/2006/relationships/font"/><Relationship Id="rId19" Target="fonts/font4.fntdata" Type="http://schemas.openxmlformats.org/officeDocument/2006/relationships/font"/><Relationship Id="rId2" Target="presProps.xml" Type="http://schemas.openxmlformats.org/officeDocument/2006/relationships/presProps"/><Relationship Id="rId20" Target="fonts/font5.fntdata" Type="http://schemas.openxmlformats.org/officeDocument/2006/relationships/font"/><Relationship Id="rId21" Target="fonts/font6.fntdata" Type="http://schemas.openxmlformats.org/officeDocument/2006/relationships/font"/><Relationship Id="rId22" Target="fonts/font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15" Target="../media/image3.png" Type="http://schemas.openxmlformats.org/officeDocument/2006/relationships/image"/><Relationship Id="rId16" Target="../media/image4.svg" Type="http://schemas.openxmlformats.org/officeDocument/2006/relationships/image"/><Relationship Id="rId17" Target="../media/image5.png" Type="http://schemas.openxmlformats.org/officeDocument/2006/relationships/image"/><Relationship Id="rId18" Target="../media/image6.svg" Type="http://schemas.openxmlformats.org/officeDocument/2006/relationships/image"/><Relationship Id="rId19" Target="../media/image24.png" Type="http://schemas.openxmlformats.org/officeDocument/2006/relationships/imag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png" Type="http://schemas.openxmlformats.org/officeDocument/2006/relationships/image"/><Relationship Id="rId14" Target="../media/image31.svg" Type="http://schemas.openxmlformats.org/officeDocument/2006/relationships/image"/><Relationship Id="rId15" Target="../media/image32.png" Type="http://schemas.openxmlformats.org/officeDocument/2006/relationships/imag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35.png" Type="http://schemas.openxmlformats.org/officeDocument/2006/relationships/image"/><Relationship Id="rId9" Target="../media/image3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12" Target="../media/image41.svg" Type="http://schemas.openxmlformats.org/officeDocument/2006/relationships/image"/><Relationship Id="rId13" Target="../media/image42.png" Type="http://schemas.openxmlformats.org/officeDocument/2006/relationships/image"/><Relationship Id="rId14" Target="../media/image43.svg" Type="http://schemas.openxmlformats.org/officeDocument/2006/relationships/image"/><Relationship Id="rId15" Target="../media/image44.png" Type="http://schemas.openxmlformats.org/officeDocument/2006/relationships/image"/><Relationship Id="rId16" Target="../media/image45.svg" Type="http://schemas.openxmlformats.org/officeDocument/2006/relationships/image"/><Relationship Id="rId17" Target="../media/image46.svg" Type="http://schemas.openxmlformats.org/officeDocument/2006/relationships/image"/><Relationship Id="rId18" Target="../media/image47.svg" Type="http://schemas.openxmlformats.org/officeDocument/2006/relationships/image"/><Relationship Id="rId19" Target="../media/image48.png" Type="http://schemas.openxmlformats.org/officeDocument/2006/relationships/image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svg" Type="http://schemas.openxmlformats.org/officeDocument/2006/relationships/image"/><Relationship Id="rId12" Target="../media/image42.png" Type="http://schemas.openxmlformats.org/officeDocument/2006/relationships/image"/><Relationship Id="rId13" Target="../media/image54.svg" Type="http://schemas.openxmlformats.org/officeDocument/2006/relationships/image"/><Relationship Id="rId14" Target="../media/image55.png" Type="http://schemas.openxmlformats.org/officeDocument/2006/relationships/image"/><Relationship Id="rId15" Target="../media/image56.png" Type="http://schemas.openxmlformats.org/officeDocument/2006/relationships/image"/><Relationship Id="rId16" Target="../media/image57.svg" Type="http://schemas.openxmlformats.org/officeDocument/2006/relationships/image"/><Relationship Id="rId17" Target="../media/image58.png" Type="http://schemas.openxmlformats.org/officeDocument/2006/relationships/image"/><Relationship Id="rId18" Target="../media/image59.png" Type="http://schemas.openxmlformats.org/officeDocument/2006/relationships/image"/><Relationship Id="rId19" Target="../media/image60.svg" Type="http://schemas.openxmlformats.org/officeDocument/2006/relationships/image"/><Relationship Id="rId2" Target="../media/image49.png" Type="http://schemas.openxmlformats.org/officeDocument/2006/relationships/image"/><Relationship Id="rId20" Target="../media/image61.png" Type="http://schemas.openxmlformats.org/officeDocument/2006/relationships/image"/><Relationship Id="rId21" Target="../media/image62.svg" Type="http://schemas.openxmlformats.org/officeDocument/2006/relationships/image"/><Relationship Id="rId22" Target="../media/image63.png" Type="http://schemas.openxmlformats.org/officeDocument/2006/relationships/image"/><Relationship Id="rId23" Target="../media/image64.svg" Type="http://schemas.openxmlformats.org/officeDocument/2006/relationships/image"/><Relationship Id="rId24" Target="../media/image65.png" Type="http://schemas.openxmlformats.org/officeDocument/2006/relationships/image"/><Relationship Id="rId25" Target="../media/image66.svg" Type="http://schemas.openxmlformats.org/officeDocument/2006/relationships/image"/><Relationship Id="rId26" Target="../media/image67.png" Type="http://schemas.openxmlformats.org/officeDocument/2006/relationships/image"/><Relationship Id="rId27" Target="../media/image68.svg" Type="http://schemas.openxmlformats.org/officeDocument/2006/relationships/image"/><Relationship Id="rId3" Target="../media/image50.svg" Type="http://schemas.openxmlformats.org/officeDocument/2006/relationships/image"/><Relationship Id="rId4" Target="../media/image33.png" Type="http://schemas.openxmlformats.org/officeDocument/2006/relationships/image"/><Relationship Id="rId5" Target="../media/image34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1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svg" Type="http://schemas.openxmlformats.org/officeDocument/2006/relationships/image"/><Relationship Id="rId11" Target="../media/image72.png" Type="http://schemas.openxmlformats.org/officeDocument/2006/relationships/image"/><Relationship Id="rId12" Target="../media/image73.svg" Type="http://schemas.openxmlformats.org/officeDocument/2006/relationships/image"/><Relationship Id="rId13" Target="../media/image74.png" Type="http://schemas.openxmlformats.org/officeDocument/2006/relationships/image"/><Relationship Id="rId14" Target="../media/image75.svg" Type="http://schemas.openxmlformats.org/officeDocument/2006/relationships/image"/><Relationship Id="rId15" Target="../media/image76.png" Type="http://schemas.openxmlformats.org/officeDocument/2006/relationships/image"/><Relationship Id="rId16" Target="../media/image77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69.png" Type="http://schemas.openxmlformats.org/officeDocument/2006/relationships/image"/><Relationship Id="rId9" Target="../media/image7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png" Type="http://schemas.openxmlformats.org/officeDocument/2006/relationships/image"/><Relationship Id="rId11" Target="../media/image81.svg" Type="http://schemas.openxmlformats.org/officeDocument/2006/relationships/image"/><Relationship Id="rId12" Target="../media/image82.png" Type="http://schemas.openxmlformats.org/officeDocument/2006/relationships/image"/><Relationship Id="rId13" Target="../media/image83.svg" Type="http://schemas.openxmlformats.org/officeDocument/2006/relationships/image"/><Relationship Id="rId14" Target="../media/image84.png" Type="http://schemas.openxmlformats.org/officeDocument/2006/relationships/image"/><Relationship Id="rId15" Target="../media/image85.svg" Type="http://schemas.openxmlformats.org/officeDocument/2006/relationships/image"/><Relationship Id="rId16" Target="../media/image86.png" Type="http://schemas.openxmlformats.org/officeDocument/2006/relationships/image"/><Relationship Id="rId17" Target="../media/image87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8.png" Type="http://schemas.openxmlformats.org/officeDocument/2006/relationships/image"/><Relationship Id="rId9" Target="../media/image7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11" Target="../media/image91.svg" Type="http://schemas.openxmlformats.org/officeDocument/2006/relationships/image"/><Relationship Id="rId12" Target="../media/image92.png" Type="http://schemas.openxmlformats.org/officeDocument/2006/relationships/image"/><Relationship Id="rId13" Target="../media/image93.svg" Type="http://schemas.openxmlformats.org/officeDocument/2006/relationships/image"/><Relationship Id="rId14" Target="../media/image94.png" Type="http://schemas.openxmlformats.org/officeDocument/2006/relationships/image"/><Relationship Id="rId15" Target="../media/image95.png" Type="http://schemas.openxmlformats.org/officeDocument/2006/relationships/image"/><Relationship Id="rId16" Target="../media/image96.svg" Type="http://schemas.openxmlformats.org/officeDocument/2006/relationships/image"/><Relationship Id="rId17" Target="../media/image97.png" Type="http://schemas.openxmlformats.org/officeDocument/2006/relationships/image"/><Relationship Id="rId18" Target="../media/image98.svg" Type="http://schemas.openxmlformats.org/officeDocument/2006/relationships/image"/><Relationship Id="rId19" Target="../media/image99.svg" Type="http://schemas.openxmlformats.org/officeDocument/2006/relationships/image"/><Relationship Id="rId2" Target="../media/image33.png" Type="http://schemas.openxmlformats.org/officeDocument/2006/relationships/image"/><Relationship Id="rId20" Target="../media/image100.svg" Type="http://schemas.openxmlformats.org/officeDocument/2006/relationships/image"/><Relationship Id="rId21" Target="../media/image101.png" Type="http://schemas.openxmlformats.org/officeDocument/2006/relationships/image"/><Relationship Id="rId22" Target="../media/image102.svg" Type="http://schemas.openxmlformats.org/officeDocument/2006/relationships/image"/><Relationship Id="rId3" Target="../media/image3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88.png" Type="http://schemas.openxmlformats.org/officeDocument/2006/relationships/image"/><Relationship Id="rId9" Target="../media/image8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7F7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8153400" y="215900"/>
            <a:ext cx="1955800" cy="172085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965200" y="8343900"/>
            <a:ext cx="2882900" cy="914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599" b="false" i="false" u="none" strike="noStrike" spc="-100">
                <a:solidFill>
                  <a:srgbClr val="F7F7F7"/>
                </a:solidFill>
                <a:latin typeface="Pretendard Regular"/>
                <a:ea typeface="Pretendard Regular"/>
                <a:cs typeface="Pretendard Regular"/>
              </a:rPr>
              <a:t>For</a:t>
            </a:r>
          </a:p>
          <a:p>
            <a:pPr algn="l" lvl="0">
              <a:lnSpc>
                <a:spcPct val="124499"/>
              </a:lnSpc>
            </a:pPr>
            <a:r>
              <a:rPr lang="en-US" sz="1599" b="false" i="false" u="none" strike="noStrike" spc="-100">
                <a:solidFill>
                  <a:srgbClr val="F7F7F7"/>
                </a:solidFill>
                <a:latin typeface="Pretendard Regular"/>
                <a:ea typeface="Pretendard Regular"/>
                <a:cs typeface="Pretendard Regular"/>
              </a:rPr>
              <a:t>Business &amp;</a:t>
            </a:r>
          </a:p>
          <a:p>
            <a:pPr algn="l" lvl="0">
              <a:lnSpc>
                <a:spcPct val="124499"/>
              </a:lnSpc>
            </a:pPr>
            <a:r>
              <a:rPr lang="en-US" sz="1599" b="false" i="false" u="none" strike="noStrike" spc="-100">
                <a:solidFill>
                  <a:srgbClr val="F7F7F7"/>
                </a:solidFill>
                <a:latin typeface="Pretendard Regular"/>
                <a:ea typeface="Pretendard Regular"/>
                <a:cs typeface="Pretendard Regular"/>
              </a:rPr>
              <a:t>Association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4700" y="4406900"/>
            <a:ext cx="14795500" cy="3225800"/>
          </a:xfrm>
          <a:prstGeom prst="rect">
            <a:avLst/>
          </a:prstGeom>
        </p:spPr>
        <p:txBody>
          <a:bodyPr anchor="ctr" rtlCol="false" lIns="0" tIns="123252" rIns="0" bIns="123252"/>
          <a:lstStyle/>
          <a:p>
            <a:pPr algn="l" lvl="0">
              <a:lnSpc>
                <a:spcPct val="99600"/>
              </a:lnSpc>
            </a:pPr>
            <a:r>
              <a:rPr lang="en-US" sz="9704" b="false" i="false" u="none" strike="noStrike" spc="-200">
                <a:solidFill>
                  <a:srgbClr val="202020"/>
                </a:solidFill>
                <a:latin typeface="Gmarket Sans Light"/>
                <a:ea typeface="Gmarket Sans Light"/>
                <a:cs typeface="Gmarket Sans Light"/>
              </a:rPr>
              <a:t>심플하고 </a:t>
            </a:r>
            <a:r>
              <a:rPr lang="en-US" sz="9704" b="false" i="false" u="none" strike="noStrike" spc="-300">
                <a:solidFill>
                  <a:srgbClr val="202020"/>
                </a:solidFill>
                <a:latin typeface="Gmarket Sans Light"/>
                <a:ea typeface="Gmarket Sans Light"/>
                <a:cs typeface="Gmarket Sans Light"/>
              </a:rPr>
              <a:t>깔끔한</a:t>
            </a:r>
          </a:p>
          <a:p>
            <a:pPr algn="l" lvl="0">
              <a:lnSpc>
                <a:spcPct val="99600"/>
              </a:lnSpc>
            </a:pPr>
            <a:r>
              <a:rPr lang="en-US" sz="9704" b="false" i="false" u="none" strike="noStrike" spc="-2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비즈니스 프레젠테이션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6300" y="787400"/>
            <a:ext cx="3263900" cy="8509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399" b="false" i="false" u="none" strike="noStrike" spc="-1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손쉽게 편집이 가능한</a:t>
            </a:r>
          </a:p>
          <a:p>
            <a:pPr algn="l" lvl="0">
              <a:lnSpc>
                <a:spcPct val="107899"/>
              </a:lnSpc>
            </a:pPr>
            <a:r>
              <a:rPr lang="en-US" sz="2399" b="false" i="false" u="none" strike="noStrike" spc="-1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프레젠테이션 키트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520700" y="482600"/>
            <a:ext cx="17246600" cy="381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5067300" y="8343900"/>
            <a:ext cx="2882900" cy="609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599" b="false" i="false" u="none" strike="noStrike" spc="-100">
                <a:solidFill>
                  <a:srgbClr val="F7F7F7"/>
                </a:solidFill>
                <a:latin typeface="Pretendard Regular"/>
                <a:ea typeface="Pretendard Regular"/>
                <a:cs typeface="Pretendard Regular"/>
              </a:rPr>
              <a:t>20XX.08.30</a:t>
            </a:r>
          </a:p>
          <a:p>
            <a:pPr algn="l" lvl="0">
              <a:lnSpc>
                <a:spcPct val="124499"/>
              </a:lnSpc>
            </a:pPr>
            <a:r>
              <a:rPr lang="en-US" sz="1599" b="false" i="false" u="none" strike="noStrike" spc="-100">
                <a:solidFill>
                  <a:srgbClr val="F7F7F7"/>
                </a:solidFill>
                <a:latin typeface="Pretendard Regular"/>
                <a:ea typeface="Pretendard Regular"/>
                <a:cs typeface="Pretendard Regular"/>
              </a:rPr>
              <a:t>Presentation kt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77400" y="8343900"/>
            <a:ext cx="3187700" cy="9144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24499"/>
              </a:lnSpc>
            </a:pPr>
            <a:r>
              <a:rPr lang="en-US" sz="1599" b="false" i="false" u="none" strike="noStrike" spc="-100">
                <a:solidFill>
                  <a:srgbClr val="F7F7F7"/>
                </a:solidFill>
                <a:latin typeface="Pretendard Regular"/>
                <a:ea typeface="Pretendard Regular"/>
                <a:cs typeface="Pretendard Regular"/>
              </a:rPr>
              <a:t>Business Proposal</a:t>
            </a:r>
          </a:p>
          <a:p>
            <a:pPr algn="l" lvl="0">
              <a:lnSpc>
                <a:spcPct val="124499"/>
              </a:lnSpc>
            </a:pPr>
            <a:r>
              <a:rPr lang="en-US" sz="1599" b="false" i="false" u="none" strike="noStrike" spc="-100">
                <a:solidFill>
                  <a:srgbClr val="F7F7F7"/>
                </a:solidFill>
                <a:latin typeface="Pretendard Regular"/>
                <a:ea typeface="Pretendard Regular"/>
                <a:cs typeface="Pretendard Regular"/>
              </a:rPr>
              <a:t>Marketing Team l  김미리 과장</a:t>
            </a:r>
          </a:p>
          <a:p>
            <a:pPr algn="l" lvl="0">
              <a:lnSpc>
                <a:spcPct val="124499"/>
              </a:lnSpc>
            </a:pPr>
            <a:r>
              <a:rPr lang="en-US" sz="1599" b="false" i="false" u="none" strike="noStrike" spc="-100">
                <a:solidFill>
                  <a:srgbClr val="F7F7F7"/>
                </a:solidFill>
                <a:latin typeface="Pretendard Regular"/>
                <a:ea typeface="Pretendard Regular"/>
                <a:cs typeface="Pretendard Regular"/>
              </a:rPr>
              <a:t>miricorp@miri.com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294100" y="787400"/>
            <a:ext cx="1206500" cy="317500"/>
          </a:xfrm>
          <a:prstGeom prst="rect">
            <a:avLst/>
          </a:prstGeom>
        </p:spPr>
        <p:txBody>
          <a:bodyPr anchor="ctr" rtlCol="false" lIns="0" tIns="20985" rIns="0" bIns="20985"/>
          <a:lstStyle/>
          <a:p>
            <a:pPr algn="ctr" lvl="0">
              <a:lnSpc>
                <a:spcPct val="99600"/>
              </a:lnSpc>
            </a:pPr>
            <a:r>
              <a:rPr lang="en-US" sz="1652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MIRICOM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5887700" y="787400"/>
            <a:ext cx="5207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3550D8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613900" y="495300"/>
            <a:ext cx="14909800" cy="13398500"/>
          </a:xfrm>
          <a:prstGeom prst="rect">
            <a:avLst/>
          </a:prstGeom>
        </p:spPr>
        <p:txBody>
          <a:bodyPr anchor="ctr" rtlCol="false" lIns="0" tIns="955578" rIns="0" bIns="955578"/>
          <a:lstStyle/>
          <a:p>
            <a:pPr algn="l" lvl="0">
              <a:lnSpc>
                <a:spcPct val="99600"/>
              </a:lnSpc>
            </a:pPr>
            <a:r>
              <a:rPr lang="en-US" sz="75242" b="false" i="false" u="none" strike="noStrike" spc="-4600">
                <a:solidFill>
                  <a:srgbClr val="F7F7F7">
                    <a:alpha val="10196"/>
                  </a:srgbClr>
                </a:solidFill>
                <a:latin typeface="Gmarket Sans Light"/>
                <a:ea typeface="Gmarket Sans Light"/>
                <a:cs typeface="Gmarket Sans Light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76300" y="787400"/>
            <a:ext cx="3263900" cy="850900"/>
          </a:xfrm>
          <a:prstGeom prst="rect">
            <a:avLst/>
          </a:prstGeom>
        </p:spPr>
        <p:txBody>
          <a:bodyPr anchor="ctr" rtlCol="false" lIns="0" tIns="15240" rIns="0" bIns="15240"/>
          <a:lstStyle/>
          <a:p>
            <a:pPr algn="l" lvl="0">
              <a:lnSpc>
                <a:spcPct val="107899"/>
              </a:lnSpc>
            </a:pPr>
            <a:r>
              <a:rPr lang="en-US" sz="2399" b="false" i="false" u="none" strike="noStrike" spc="-100">
                <a:solidFill>
                  <a:srgbClr val="F7F7F7"/>
                </a:solidFill>
                <a:latin typeface="Gmarket Sans Medium"/>
                <a:ea typeface="Gmarket Sans Medium"/>
                <a:cs typeface="Gmarket Sans Medium"/>
              </a:rPr>
              <a:t>손쉽게 편집이 가능한</a:t>
            </a:r>
          </a:p>
          <a:p>
            <a:pPr algn="l" lvl="0">
              <a:lnSpc>
                <a:spcPct val="107899"/>
              </a:lnSpc>
            </a:pPr>
            <a:r>
              <a:rPr lang="en-US" sz="2399" b="false" i="false" u="none" strike="noStrike" spc="-100">
                <a:solidFill>
                  <a:srgbClr val="F7F7F7"/>
                </a:solidFill>
                <a:latin typeface="Gmarket Sans Medium"/>
                <a:ea typeface="Gmarket Sans Medium"/>
                <a:cs typeface="Gmarket Sans Medium"/>
              </a:rPr>
              <a:t>프레젠테이션 키트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520700" y="482600"/>
            <a:ext cx="17246600" cy="38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6294100" y="800100"/>
            <a:ext cx="1206500" cy="317500"/>
          </a:xfrm>
          <a:prstGeom prst="rect">
            <a:avLst/>
          </a:prstGeom>
        </p:spPr>
        <p:txBody>
          <a:bodyPr anchor="ctr" rtlCol="false" lIns="0" tIns="20985" rIns="0" bIns="20985"/>
          <a:lstStyle/>
          <a:p>
            <a:pPr algn="ctr" lvl="0">
              <a:lnSpc>
                <a:spcPct val="99600"/>
              </a:lnSpc>
            </a:pPr>
            <a:r>
              <a:rPr lang="en-US" sz="1652" b="false" i="false" u="none" strike="noStrike">
                <a:solidFill>
                  <a:srgbClr val="F7F7F7"/>
                </a:solidFill>
                <a:latin typeface="Pretendard Bold"/>
                <a:ea typeface="Pretendard Bold"/>
                <a:cs typeface="Pretendard Bold"/>
              </a:rPr>
              <a:t>MIRICOM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5887700" y="787400"/>
            <a:ext cx="520700" cy="3048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774700" y="7099300"/>
            <a:ext cx="12814300" cy="2654300"/>
          </a:xfrm>
          <a:prstGeom prst="rect">
            <a:avLst/>
          </a:prstGeom>
        </p:spPr>
        <p:txBody>
          <a:bodyPr anchor="ctr" rtlCol="false" lIns="0" tIns="188272" rIns="0" bIns="188272"/>
          <a:lstStyle/>
          <a:p>
            <a:pPr algn="l" lvl="0">
              <a:lnSpc>
                <a:spcPct val="99600"/>
              </a:lnSpc>
            </a:pPr>
            <a:r>
              <a:rPr lang="en-US" sz="14824" b="false" i="false" u="none" strike="noStrike" spc="-300">
                <a:solidFill>
                  <a:srgbClr val="F7F7F7"/>
                </a:solidFill>
                <a:latin typeface="Gmarket Sans Medium"/>
                <a:ea typeface="Gmarket Sans Medium"/>
                <a:cs typeface="Gmarket Sans Medium"/>
              </a:rPr>
              <a:t>Chapter 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7F7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12700" y="10172700"/>
            <a:ext cx="18313400" cy="1397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1562100" y="3009900"/>
            <a:ext cx="15151100" cy="13208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6083300" y="3340100"/>
            <a:ext cx="9639300" cy="635000"/>
          </a:xfrm>
          <a:prstGeom prst="rect">
            <a:avLst/>
          </a:prstGeom>
        </p:spPr>
        <p:txBody>
          <a:bodyPr anchor="ctr" rtlCol="false" lIns="0" tIns="79001" rIns="0" bIns="79001"/>
          <a:lstStyle/>
          <a:p>
            <a:pPr algn="ctr" lvl="0">
              <a:lnSpc>
                <a:spcPct val="86320"/>
              </a:lnSpc>
            </a:pPr>
            <a:r>
              <a:rPr lang="en-US" sz="3455" b="false" i="false" u="none" strike="noStrike" spc="-1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"메인 키워드의 세부 내용을 입력해주세요."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19300" y="3467100"/>
            <a:ext cx="3263900" cy="419100"/>
          </a:xfrm>
          <a:prstGeom prst="rect">
            <a:avLst/>
          </a:prstGeom>
        </p:spPr>
        <p:txBody>
          <a:bodyPr anchor="ctr" rtlCol="false" lIns="0" tIns="50291" rIns="0" bIns="50291"/>
          <a:lstStyle/>
          <a:p>
            <a:pPr algn="ctr" lvl="0">
              <a:lnSpc>
                <a:spcPct val="86320"/>
              </a:lnSpc>
            </a:pPr>
            <a:r>
              <a:rPr lang="en-US" sz="2199" b="false" i="false" u="none" strike="noStrike" spc="-100">
                <a:solidFill>
                  <a:srgbClr val="787878"/>
                </a:solidFill>
                <a:latin typeface="Gmarket Sans Medium"/>
                <a:ea typeface="Gmarket Sans Medium"/>
                <a:cs typeface="Gmarket Sans Medium"/>
              </a:rPr>
              <a:t>Main Keyword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562100" y="4902200"/>
            <a:ext cx="4889500" cy="45085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981200" y="8305800"/>
            <a:ext cx="4051300" cy="787400"/>
          </a:xfrm>
          <a:prstGeom prst="rect">
            <a:avLst/>
          </a:prstGeom>
        </p:spPr>
        <p:txBody>
          <a:bodyPr anchor="ctr" rtlCol="false" lIns="0" tIns="13970" rIns="0" bIns="13970"/>
          <a:lstStyle/>
          <a:p>
            <a:pPr algn="ctr" lvl="0">
              <a:lnSpc>
                <a:spcPct val="107899"/>
              </a:lnSpc>
            </a:pPr>
            <a:r>
              <a:rPr lang="en-US" sz="2199" b="false" i="false" u="none" strike="noStrike" spc="-1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깔끔한 아이콘을 사용한 정리는</a:t>
            </a:r>
          </a:p>
          <a:p>
            <a:pPr algn="ctr" lvl="0">
              <a:lnSpc>
                <a:spcPct val="107899"/>
              </a:lnSpc>
            </a:pPr>
            <a:r>
              <a:rPr lang="en-US" sz="2199" b="false" i="false" u="none" strike="noStrike" spc="-1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PPT의 퀄리티를 올려줍니다.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162300" y="5283200"/>
            <a:ext cx="1701800" cy="393700"/>
          </a:xfrm>
          <a:prstGeom prst="rect">
            <a:avLst/>
          </a:prstGeom>
        </p:spPr>
        <p:txBody>
          <a:bodyPr anchor="ctr" rtlCol="false" lIns="0" tIns="47463" rIns="0" bIns="47463"/>
          <a:lstStyle/>
          <a:p>
            <a:pPr algn="ctr" lvl="0">
              <a:lnSpc>
                <a:spcPct val="86320"/>
              </a:lnSpc>
            </a:pPr>
            <a:r>
              <a:rPr lang="en-US" sz="2076" b="false" i="false" u="none" strike="noStrike" spc="-100">
                <a:solidFill>
                  <a:srgbClr val="C2C2C2"/>
                </a:solidFill>
                <a:latin typeface="Gmarket Sans Medium"/>
                <a:ea typeface="Gmarket Sans Medium"/>
                <a:cs typeface="Gmarket Sans Medium"/>
              </a:rPr>
              <a:t>Point 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43200" y="7683500"/>
            <a:ext cx="2552700" cy="482600"/>
          </a:xfrm>
          <a:prstGeom prst="rect">
            <a:avLst/>
          </a:prstGeom>
        </p:spPr>
        <p:txBody>
          <a:bodyPr anchor="ctr" rtlCol="false" lIns="0" tIns="59435" rIns="0" bIns="59435"/>
          <a:lstStyle/>
          <a:p>
            <a:pPr algn="ctr" lvl="0">
              <a:lnSpc>
                <a:spcPct val="86320"/>
              </a:lnSpc>
            </a:pPr>
            <a:r>
              <a:rPr lang="en-US" sz="2599" b="false" i="false" u="none" strike="noStrike" spc="-1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Keyword 1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6692900" y="4902200"/>
            <a:ext cx="4876800" cy="45085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7061200" y="8280400"/>
            <a:ext cx="4140200" cy="787400"/>
          </a:xfrm>
          <a:prstGeom prst="rect">
            <a:avLst/>
          </a:prstGeom>
        </p:spPr>
        <p:txBody>
          <a:bodyPr anchor="ctr" rtlCol="false" lIns="0" tIns="13970" rIns="0" bIns="13970"/>
          <a:lstStyle/>
          <a:p>
            <a:pPr algn="ctr" lvl="0">
              <a:lnSpc>
                <a:spcPct val="107899"/>
              </a:lnSpc>
            </a:pPr>
            <a:r>
              <a:rPr lang="en-US" sz="2199" b="false" i="false" u="none" strike="noStrike" spc="-1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핵심 단어 위주로 내용을 줄이면 </a:t>
            </a:r>
          </a:p>
          <a:p>
            <a:pPr algn="ctr" lvl="0">
              <a:lnSpc>
                <a:spcPct val="107899"/>
              </a:lnSpc>
            </a:pPr>
            <a:r>
              <a:rPr lang="en-US" sz="2199" b="false" i="false" u="none" strike="noStrike" spc="-1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깔금한 3단 레이아웃에 적합합니다.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93100" y="5283200"/>
            <a:ext cx="1701800" cy="393700"/>
          </a:xfrm>
          <a:prstGeom prst="rect">
            <a:avLst/>
          </a:prstGeom>
        </p:spPr>
        <p:txBody>
          <a:bodyPr anchor="ctr" rtlCol="false" lIns="0" tIns="47463" rIns="0" bIns="47463"/>
          <a:lstStyle/>
          <a:p>
            <a:pPr algn="ctr" lvl="0">
              <a:lnSpc>
                <a:spcPct val="86320"/>
              </a:lnSpc>
            </a:pPr>
            <a:r>
              <a:rPr lang="en-US" sz="2076" b="false" i="false" u="none" strike="noStrike" spc="-100">
                <a:solidFill>
                  <a:srgbClr val="C2C2C2"/>
                </a:solidFill>
                <a:latin typeface="Gmarket Sans Medium"/>
                <a:ea typeface="Gmarket Sans Medium"/>
                <a:cs typeface="Gmarket Sans Medium"/>
              </a:rPr>
              <a:t>Point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61300" y="7683500"/>
            <a:ext cx="2552700" cy="482600"/>
          </a:xfrm>
          <a:prstGeom prst="rect">
            <a:avLst/>
          </a:prstGeom>
        </p:spPr>
        <p:txBody>
          <a:bodyPr anchor="ctr" rtlCol="false" lIns="0" tIns="59435" rIns="0" bIns="59435"/>
          <a:lstStyle/>
          <a:p>
            <a:pPr algn="ctr" lvl="0">
              <a:lnSpc>
                <a:spcPct val="86320"/>
              </a:lnSpc>
            </a:pPr>
            <a:r>
              <a:rPr lang="en-US" sz="2599" b="false" i="false" u="none" strike="noStrike" spc="-1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Keyword 2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1836400" y="4902200"/>
            <a:ext cx="4876800" cy="45085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2014200" y="8280400"/>
            <a:ext cx="4521200" cy="787400"/>
          </a:xfrm>
          <a:prstGeom prst="rect">
            <a:avLst/>
          </a:prstGeom>
        </p:spPr>
        <p:txBody>
          <a:bodyPr anchor="ctr" rtlCol="false" lIns="0" tIns="13970" rIns="0" bIns="13970"/>
          <a:lstStyle/>
          <a:p>
            <a:pPr algn="ctr" lvl="0">
              <a:lnSpc>
                <a:spcPct val="107899"/>
              </a:lnSpc>
            </a:pPr>
            <a:r>
              <a:rPr lang="en-US" sz="2199" b="false" i="false" u="none" strike="noStrike" spc="-10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폰트와 배색을 일관되게 유지해주세요.</a:t>
            </a:r>
          </a:p>
          <a:p>
            <a:pPr algn="ctr" lvl="0">
              <a:lnSpc>
                <a:spcPct val="107899"/>
              </a:lnSpc>
            </a:pPr>
            <a:r>
              <a:rPr lang="en-US" sz="2199" b="false" i="false" u="none" strike="noStrike" spc="-100">
                <a:solidFill>
                  <a:srgbClr val="595959"/>
                </a:solidFill>
                <a:latin typeface="Pretendard Regular"/>
                <a:ea typeface="Pretendard Regular"/>
                <a:cs typeface="Pretendard Regular"/>
              </a:rPr>
              <a:t>현재 사용하는 폰트는 000입니다.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36600" y="5283200"/>
            <a:ext cx="1701800" cy="393700"/>
          </a:xfrm>
          <a:prstGeom prst="rect">
            <a:avLst/>
          </a:prstGeom>
        </p:spPr>
        <p:txBody>
          <a:bodyPr anchor="ctr" rtlCol="false" lIns="0" tIns="47463" rIns="0" bIns="47463"/>
          <a:lstStyle/>
          <a:p>
            <a:pPr algn="ctr" lvl="0">
              <a:lnSpc>
                <a:spcPct val="86320"/>
              </a:lnSpc>
            </a:pPr>
            <a:r>
              <a:rPr lang="en-US" sz="2076" b="false" i="false" u="none" strike="noStrike" spc="-100">
                <a:solidFill>
                  <a:srgbClr val="C2C2C2"/>
                </a:solidFill>
                <a:latin typeface="Gmarket Sans Medium"/>
                <a:ea typeface="Gmarket Sans Medium"/>
                <a:cs typeface="Gmarket Sans Medium"/>
              </a:rPr>
              <a:t>Point 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04800" y="7683500"/>
            <a:ext cx="2552700" cy="482600"/>
          </a:xfrm>
          <a:prstGeom prst="rect">
            <a:avLst/>
          </a:prstGeom>
        </p:spPr>
        <p:txBody>
          <a:bodyPr anchor="ctr" rtlCol="false" lIns="0" tIns="59435" rIns="0" bIns="59435"/>
          <a:lstStyle/>
          <a:p>
            <a:pPr algn="ctr" lvl="0">
              <a:lnSpc>
                <a:spcPct val="86320"/>
              </a:lnSpc>
            </a:pPr>
            <a:r>
              <a:rPr lang="en-US" sz="2599" b="false" i="false" u="none" strike="noStrike" spc="-1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Keyword 3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5400000">
            <a:off x="5232400" y="3632200"/>
            <a:ext cx="749300" cy="63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5400000">
            <a:off x="8991600" y="4495800"/>
            <a:ext cx="304800" cy="3048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3898900" y="1536700"/>
            <a:ext cx="10502900" cy="1206500"/>
          </a:xfrm>
          <a:prstGeom prst="rect">
            <a:avLst/>
          </a:prstGeom>
        </p:spPr>
        <p:txBody>
          <a:bodyPr anchor="ctr" rtlCol="false" lIns="0" tIns="84097" rIns="0" bIns="84097"/>
          <a:lstStyle/>
          <a:p>
            <a:pPr algn="ctr" lvl="0">
              <a:lnSpc>
                <a:spcPct val="99600"/>
              </a:lnSpc>
            </a:pPr>
            <a:r>
              <a:rPr lang="en-US" sz="6621" b="false" i="false" u="none" strike="noStrike" spc="-200">
                <a:solidFill>
                  <a:srgbClr val="202020"/>
                </a:solidFill>
                <a:latin typeface="Gmarket Sans Light"/>
                <a:ea typeface="Gmarket Sans Light"/>
                <a:cs typeface="Gmarket Sans Light"/>
              </a:rPr>
              <a:t>핵심만 담는 </a:t>
            </a:r>
            <a:r>
              <a:rPr lang="en-US" sz="6621" b="false" i="false" u="none" strike="noStrike" spc="-2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3단 레이아웃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6300" y="787400"/>
            <a:ext cx="3111500" cy="330200"/>
          </a:xfrm>
          <a:prstGeom prst="rect">
            <a:avLst/>
          </a:prstGeom>
        </p:spPr>
        <p:txBody>
          <a:bodyPr anchor="ctr" rtlCol="false" lIns="0" tIns="11147" rIns="0" bIns="11147"/>
          <a:lstStyle/>
          <a:p>
            <a:pPr algn="l" lvl="0">
              <a:lnSpc>
                <a:spcPct val="107899"/>
              </a:lnSpc>
            </a:pPr>
            <a:r>
              <a:rPr lang="en-US" sz="1755" b="false" i="false" u="none" strike="noStrike" spc="-100">
                <a:solidFill>
                  <a:srgbClr val="787878"/>
                </a:solidFill>
                <a:latin typeface="Gmarket Sans Medium"/>
                <a:ea typeface="Gmarket Sans Medium"/>
                <a:cs typeface="Gmarket Sans Medium"/>
              </a:rPr>
              <a:t>Chapter 01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520700" y="482600"/>
            <a:ext cx="17246600" cy="381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6294100" y="800100"/>
            <a:ext cx="1206500" cy="317500"/>
          </a:xfrm>
          <a:prstGeom prst="rect">
            <a:avLst/>
          </a:prstGeom>
        </p:spPr>
        <p:txBody>
          <a:bodyPr anchor="ctr" rtlCol="false" lIns="0" tIns="20985" rIns="0" bIns="20985"/>
          <a:lstStyle/>
          <a:p>
            <a:pPr algn="ctr" lvl="0">
              <a:lnSpc>
                <a:spcPct val="99600"/>
              </a:lnSpc>
            </a:pPr>
            <a:r>
              <a:rPr lang="en-US" sz="1652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MIRICOM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15887700" y="787400"/>
            <a:ext cx="520700" cy="3048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943100" y="5829300"/>
            <a:ext cx="4089400" cy="17399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7099300" y="5829300"/>
            <a:ext cx="4089400" cy="17399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2230100" y="5829300"/>
            <a:ext cx="4089400" cy="1739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7F7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12700" y="-12700"/>
            <a:ext cx="18300700" cy="103124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876300" y="787400"/>
            <a:ext cx="3111500" cy="330200"/>
          </a:xfrm>
          <a:prstGeom prst="rect">
            <a:avLst/>
          </a:prstGeom>
        </p:spPr>
        <p:txBody>
          <a:bodyPr anchor="ctr" rtlCol="false" lIns="0" tIns="11147" rIns="0" bIns="11147"/>
          <a:lstStyle/>
          <a:p>
            <a:pPr algn="l" lvl="0">
              <a:lnSpc>
                <a:spcPct val="107899"/>
              </a:lnSpc>
            </a:pPr>
            <a:r>
              <a:rPr lang="en-US" sz="1755" b="false" i="false" u="none" strike="noStrike" spc="-100">
                <a:solidFill>
                  <a:srgbClr val="787878"/>
                </a:solidFill>
                <a:latin typeface="Gmarket Sans Medium"/>
                <a:ea typeface="Gmarket Sans Medium"/>
                <a:cs typeface="Gmarket Sans Medium"/>
              </a:rPr>
              <a:t>Chapter 01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520700" y="482600"/>
            <a:ext cx="17246600" cy="38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6294100" y="800100"/>
            <a:ext cx="1206500" cy="317500"/>
          </a:xfrm>
          <a:prstGeom prst="rect">
            <a:avLst/>
          </a:prstGeom>
        </p:spPr>
        <p:txBody>
          <a:bodyPr anchor="ctr" rtlCol="false" lIns="0" tIns="20985" rIns="0" bIns="20985"/>
          <a:lstStyle/>
          <a:p>
            <a:pPr algn="ctr" lvl="0">
              <a:lnSpc>
                <a:spcPct val="99600"/>
              </a:lnSpc>
            </a:pPr>
            <a:r>
              <a:rPr lang="en-US" sz="1652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MIRICOM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5887700" y="787400"/>
            <a:ext cx="520700" cy="304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-12700" y="10172700"/>
            <a:ext cx="18313400" cy="139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219200" y="2959100"/>
            <a:ext cx="3835400" cy="6489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104900" y="8331200"/>
            <a:ext cx="4051300" cy="787400"/>
          </a:xfrm>
          <a:prstGeom prst="rect">
            <a:avLst/>
          </a:prstGeom>
        </p:spPr>
        <p:txBody>
          <a:bodyPr anchor="ctr" rtlCol="false" lIns="0" tIns="13970" rIns="0" bIns="13970"/>
          <a:lstStyle/>
          <a:p>
            <a:pPr algn="ctr" lvl="0">
              <a:lnSpc>
                <a:spcPct val="107899"/>
              </a:lnSpc>
            </a:pPr>
            <a:r>
              <a:rPr lang="en-US" sz="2199" b="false" i="false" u="none" strike="noStrike" spc="-1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깔끔한 아이콘을 사용한 정리는</a:t>
            </a:r>
          </a:p>
          <a:p>
            <a:pPr algn="ctr" lvl="0">
              <a:lnSpc>
                <a:spcPct val="107899"/>
              </a:lnSpc>
            </a:pPr>
            <a:r>
              <a:rPr lang="en-US" sz="2199" b="false" i="false" u="none" strike="noStrike" spc="-1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PPT의 퀄리티를 올려줍니다.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11400" y="3492500"/>
            <a:ext cx="1701800" cy="393700"/>
          </a:xfrm>
          <a:prstGeom prst="rect">
            <a:avLst/>
          </a:prstGeom>
        </p:spPr>
        <p:txBody>
          <a:bodyPr anchor="ctr" rtlCol="false" lIns="0" tIns="47463" rIns="0" bIns="47463"/>
          <a:lstStyle/>
          <a:p>
            <a:pPr algn="ctr" lvl="0">
              <a:lnSpc>
                <a:spcPct val="86320"/>
              </a:lnSpc>
            </a:pPr>
            <a:r>
              <a:rPr lang="en-US" sz="2076" b="false" i="false" u="none" strike="noStrike" spc="-100">
                <a:solidFill>
                  <a:srgbClr val="C2C2C2"/>
                </a:solidFill>
                <a:latin typeface="Gmarket Sans Medium"/>
                <a:ea typeface="Gmarket Sans Medium"/>
                <a:cs typeface="Gmarket Sans Medium"/>
              </a:rPr>
              <a:t>Point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66900" y="7708900"/>
            <a:ext cx="2552700" cy="482600"/>
          </a:xfrm>
          <a:prstGeom prst="rect">
            <a:avLst/>
          </a:prstGeom>
        </p:spPr>
        <p:txBody>
          <a:bodyPr anchor="ctr" rtlCol="false" lIns="0" tIns="59435" rIns="0" bIns="59435"/>
          <a:lstStyle/>
          <a:p>
            <a:pPr algn="ctr" lvl="0">
              <a:lnSpc>
                <a:spcPct val="86320"/>
              </a:lnSpc>
            </a:pPr>
            <a:r>
              <a:rPr lang="en-US" sz="2599" b="false" i="false" u="none" strike="noStrike" spc="-1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Keyword 1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5245100" y="2959100"/>
            <a:ext cx="3835400" cy="6489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5130800" y="8331200"/>
            <a:ext cx="4051300" cy="787400"/>
          </a:xfrm>
          <a:prstGeom prst="rect">
            <a:avLst/>
          </a:prstGeom>
        </p:spPr>
        <p:txBody>
          <a:bodyPr anchor="ctr" rtlCol="false" lIns="0" tIns="13970" rIns="0" bIns="13970"/>
          <a:lstStyle/>
          <a:p>
            <a:pPr algn="ctr" lvl="0">
              <a:lnSpc>
                <a:spcPct val="107899"/>
              </a:lnSpc>
            </a:pPr>
            <a:r>
              <a:rPr lang="en-US" sz="2199" b="false" i="false" u="none" strike="noStrike" spc="-1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깔끔한 아이콘을 사용한 정리는</a:t>
            </a:r>
          </a:p>
          <a:p>
            <a:pPr algn="ctr" lvl="0">
              <a:lnSpc>
                <a:spcPct val="107899"/>
              </a:lnSpc>
            </a:pPr>
            <a:r>
              <a:rPr lang="en-US" sz="2199" b="false" i="false" u="none" strike="noStrike" spc="-1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PPT의 퀄리티를 올려줍니다.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37300" y="3492500"/>
            <a:ext cx="1701800" cy="393700"/>
          </a:xfrm>
          <a:prstGeom prst="rect">
            <a:avLst/>
          </a:prstGeom>
        </p:spPr>
        <p:txBody>
          <a:bodyPr anchor="ctr" rtlCol="false" lIns="0" tIns="47463" rIns="0" bIns="47463"/>
          <a:lstStyle/>
          <a:p>
            <a:pPr algn="ctr" lvl="0">
              <a:lnSpc>
                <a:spcPct val="86320"/>
              </a:lnSpc>
            </a:pPr>
            <a:r>
              <a:rPr lang="en-US" sz="2076" b="false" i="false" u="none" strike="noStrike" spc="-100">
                <a:solidFill>
                  <a:srgbClr val="C2C2C2"/>
                </a:solidFill>
                <a:latin typeface="Gmarket Sans Medium"/>
                <a:ea typeface="Gmarket Sans Medium"/>
                <a:cs typeface="Gmarket Sans Medium"/>
              </a:rPr>
              <a:t>Point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80100" y="7708900"/>
            <a:ext cx="2552700" cy="482600"/>
          </a:xfrm>
          <a:prstGeom prst="rect">
            <a:avLst/>
          </a:prstGeom>
        </p:spPr>
        <p:txBody>
          <a:bodyPr anchor="ctr" rtlCol="false" lIns="0" tIns="59435" rIns="0" bIns="59435"/>
          <a:lstStyle/>
          <a:p>
            <a:pPr algn="ctr" lvl="0">
              <a:lnSpc>
                <a:spcPct val="86320"/>
              </a:lnSpc>
            </a:pPr>
            <a:r>
              <a:rPr lang="en-US" sz="2599" b="false" i="false" u="none" strike="noStrike" spc="-1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Keyword 2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9271000" y="2959100"/>
            <a:ext cx="3835400" cy="64897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9169400" y="8331200"/>
            <a:ext cx="4051300" cy="787400"/>
          </a:xfrm>
          <a:prstGeom prst="rect">
            <a:avLst/>
          </a:prstGeom>
        </p:spPr>
        <p:txBody>
          <a:bodyPr anchor="ctr" rtlCol="false" lIns="0" tIns="13970" rIns="0" bIns="13970"/>
          <a:lstStyle/>
          <a:p>
            <a:pPr algn="ctr" lvl="0">
              <a:lnSpc>
                <a:spcPct val="107899"/>
              </a:lnSpc>
            </a:pPr>
            <a:r>
              <a:rPr lang="en-US" sz="2199" b="false" i="false" u="none" strike="noStrike" spc="-1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깔끔한 아이콘을 사용한 정리는</a:t>
            </a:r>
          </a:p>
          <a:p>
            <a:pPr algn="ctr" lvl="0">
              <a:lnSpc>
                <a:spcPct val="107899"/>
              </a:lnSpc>
            </a:pPr>
            <a:r>
              <a:rPr lang="en-US" sz="2199" b="false" i="false" u="none" strike="noStrike" spc="-1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PPT의 퀄리티를 올려줍니다.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375900" y="3492500"/>
            <a:ext cx="1701800" cy="393700"/>
          </a:xfrm>
          <a:prstGeom prst="rect">
            <a:avLst/>
          </a:prstGeom>
        </p:spPr>
        <p:txBody>
          <a:bodyPr anchor="ctr" rtlCol="false" lIns="0" tIns="47463" rIns="0" bIns="47463"/>
          <a:lstStyle/>
          <a:p>
            <a:pPr algn="ctr" lvl="0">
              <a:lnSpc>
                <a:spcPct val="86320"/>
              </a:lnSpc>
            </a:pPr>
            <a:r>
              <a:rPr lang="en-US" sz="2076" b="false" i="false" u="none" strike="noStrike" spc="-100">
                <a:solidFill>
                  <a:srgbClr val="C2C2C2"/>
                </a:solidFill>
                <a:latin typeface="Gmarket Sans Medium"/>
                <a:ea typeface="Gmarket Sans Medium"/>
                <a:cs typeface="Gmarket Sans Medium"/>
              </a:rPr>
              <a:t>Point 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18700" y="7708900"/>
            <a:ext cx="2552700" cy="482600"/>
          </a:xfrm>
          <a:prstGeom prst="rect">
            <a:avLst/>
          </a:prstGeom>
        </p:spPr>
        <p:txBody>
          <a:bodyPr anchor="ctr" rtlCol="false" lIns="0" tIns="59435" rIns="0" bIns="59435"/>
          <a:lstStyle/>
          <a:p>
            <a:pPr algn="ctr" lvl="0">
              <a:lnSpc>
                <a:spcPct val="86320"/>
              </a:lnSpc>
            </a:pPr>
            <a:r>
              <a:rPr lang="en-US" sz="2599" b="false" i="false" u="none" strike="noStrike" spc="-1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Keyword 3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3296900" y="2959100"/>
            <a:ext cx="3835400" cy="64897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3182600" y="8331200"/>
            <a:ext cx="4051300" cy="787400"/>
          </a:xfrm>
          <a:prstGeom prst="rect">
            <a:avLst/>
          </a:prstGeom>
        </p:spPr>
        <p:txBody>
          <a:bodyPr anchor="ctr" rtlCol="false" lIns="0" tIns="13970" rIns="0" bIns="13970"/>
          <a:lstStyle/>
          <a:p>
            <a:pPr algn="ctr" lvl="0">
              <a:lnSpc>
                <a:spcPct val="107899"/>
              </a:lnSpc>
            </a:pPr>
            <a:r>
              <a:rPr lang="en-US" sz="2199" b="false" i="false" u="none" strike="noStrike" spc="-1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깔끔한 아이콘을 사용한 정리는</a:t>
            </a:r>
          </a:p>
          <a:p>
            <a:pPr algn="ctr" lvl="0">
              <a:lnSpc>
                <a:spcPct val="107899"/>
              </a:lnSpc>
            </a:pPr>
            <a:r>
              <a:rPr lang="en-US" sz="2199" b="false" i="false" u="none" strike="noStrike" spc="-1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PPT의 퀄리티를 올려줍니다.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389100" y="3492500"/>
            <a:ext cx="1701800" cy="393700"/>
          </a:xfrm>
          <a:prstGeom prst="rect">
            <a:avLst/>
          </a:prstGeom>
        </p:spPr>
        <p:txBody>
          <a:bodyPr anchor="ctr" rtlCol="false" lIns="0" tIns="47463" rIns="0" bIns="47463"/>
          <a:lstStyle/>
          <a:p>
            <a:pPr algn="ctr" lvl="0">
              <a:lnSpc>
                <a:spcPct val="86320"/>
              </a:lnSpc>
            </a:pPr>
            <a:r>
              <a:rPr lang="en-US" sz="2076" b="false" i="false" u="none" strike="noStrike" spc="-100">
                <a:solidFill>
                  <a:srgbClr val="C2C2C2"/>
                </a:solidFill>
                <a:latin typeface="Gmarket Sans Medium"/>
                <a:ea typeface="Gmarket Sans Medium"/>
                <a:cs typeface="Gmarket Sans Medium"/>
              </a:rPr>
              <a:t>Point 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44600" y="7708900"/>
            <a:ext cx="2552700" cy="482600"/>
          </a:xfrm>
          <a:prstGeom prst="rect">
            <a:avLst/>
          </a:prstGeom>
        </p:spPr>
        <p:txBody>
          <a:bodyPr anchor="ctr" rtlCol="false" lIns="0" tIns="59435" rIns="0" bIns="59435"/>
          <a:lstStyle/>
          <a:p>
            <a:pPr algn="ctr" lvl="0">
              <a:lnSpc>
                <a:spcPct val="86320"/>
              </a:lnSpc>
            </a:pPr>
            <a:r>
              <a:rPr lang="en-US" sz="2599" b="false" i="false" u="none" strike="noStrike" spc="-1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Keyword 4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422400" y="3987800"/>
            <a:ext cx="3416300" cy="35306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461000" y="3987800"/>
            <a:ext cx="3416300" cy="3530600"/>
          </a:xfrm>
          <a:prstGeom prst="rect">
            <a:avLst/>
          </a:prstGeom>
        </p:spPr>
      </p:pic>
      <p:pic>
        <p:nvPicPr>
          <p:cNvPr name="Picture 26" id="26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9486900" y="3987800"/>
            <a:ext cx="3416300" cy="3530600"/>
          </a:xfrm>
          <a:prstGeom prst="rect">
            <a:avLst/>
          </a:prstGeom>
        </p:spPr>
      </p:pic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3512800" y="3987800"/>
            <a:ext cx="3416300" cy="3530600"/>
          </a:xfrm>
          <a:prstGeom prst="rect">
            <a:avLst/>
          </a:prstGeom>
        </p:spPr>
      </p:pic>
      <p:sp>
        <p:nvSpPr>
          <p:cNvPr name="TextBox 28" id="28"/>
          <p:cNvSpPr txBox="true"/>
          <p:nvPr/>
        </p:nvSpPr>
        <p:spPr>
          <a:xfrm rot="0">
            <a:off x="3898900" y="1536700"/>
            <a:ext cx="10502900" cy="1206500"/>
          </a:xfrm>
          <a:prstGeom prst="rect">
            <a:avLst/>
          </a:prstGeom>
        </p:spPr>
        <p:txBody>
          <a:bodyPr anchor="ctr" rtlCol="false" lIns="0" tIns="84097" rIns="0" bIns="84097"/>
          <a:lstStyle/>
          <a:p>
            <a:pPr algn="ctr" lvl="0">
              <a:lnSpc>
                <a:spcPct val="99600"/>
              </a:lnSpc>
            </a:pPr>
            <a:r>
              <a:rPr lang="en-US" sz="6621" b="false" i="false" u="none" strike="noStrike" spc="-200">
                <a:solidFill>
                  <a:srgbClr val="202020"/>
                </a:solidFill>
                <a:latin typeface="Gmarket Sans Light"/>
                <a:ea typeface="Gmarket Sans Light"/>
                <a:cs typeface="Gmarket Sans Light"/>
              </a:rPr>
              <a:t>핵심만 담는 </a:t>
            </a:r>
            <a:r>
              <a:rPr lang="en-US" sz="6621" b="false" i="false" u="none" strike="noStrike" spc="-2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4단 레이아웃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7F7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139700" y="10172700"/>
            <a:ext cx="18745200" cy="1917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876300" y="787400"/>
            <a:ext cx="3111500" cy="330200"/>
          </a:xfrm>
          <a:prstGeom prst="rect">
            <a:avLst/>
          </a:prstGeom>
        </p:spPr>
        <p:txBody>
          <a:bodyPr anchor="ctr" rtlCol="false" lIns="0" tIns="11147" rIns="0" bIns="11147"/>
          <a:lstStyle/>
          <a:p>
            <a:pPr algn="l" lvl="0">
              <a:lnSpc>
                <a:spcPct val="107899"/>
              </a:lnSpc>
            </a:pPr>
            <a:r>
              <a:rPr lang="en-US" sz="1755" b="false" i="false" u="none" strike="noStrike" spc="-100">
                <a:solidFill>
                  <a:srgbClr val="787878"/>
                </a:solidFill>
                <a:latin typeface="Gmarket Sans Medium"/>
                <a:ea typeface="Gmarket Sans Medium"/>
                <a:cs typeface="Gmarket Sans Medium"/>
              </a:rPr>
              <a:t>Chapter 02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520700" y="482600"/>
            <a:ext cx="17246600" cy="38100"/>
          </a:xfrm>
          <a:prstGeom prst="rect">
            <a:avLst/>
          </a:prstGeom>
        </p:spPr>
      </p:pic>
      <p:sp>
        <p:nvSpPr>
          <p:cNvPr name="TextBox 5" id="5"/>
          <p:cNvSpPr txBox="true"/>
          <p:nvPr/>
        </p:nvSpPr>
        <p:spPr>
          <a:xfrm rot="0">
            <a:off x="16294100" y="800100"/>
            <a:ext cx="1206500" cy="317500"/>
          </a:xfrm>
          <a:prstGeom prst="rect">
            <a:avLst/>
          </a:prstGeom>
        </p:spPr>
        <p:txBody>
          <a:bodyPr anchor="ctr" rtlCol="false" lIns="0" tIns="20985" rIns="0" bIns="20985"/>
          <a:lstStyle/>
          <a:p>
            <a:pPr algn="ctr" lvl="0">
              <a:lnSpc>
                <a:spcPct val="99600"/>
              </a:lnSpc>
            </a:pPr>
            <a:r>
              <a:rPr lang="en-US" sz="1652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MIRICOM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5887700" y="787400"/>
            <a:ext cx="520700" cy="3048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76300" y="1955800"/>
            <a:ext cx="3721100" cy="74549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2484100" y="2844800"/>
            <a:ext cx="4686300" cy="3619500"/>
          </a:xfrm>
          <a:prstGeom prst="rect">
            <a:avLst/>
          </a:prstGeom>
        </p:spPr>
        <p:txBody>
          <a:bodyPr anchor="ctr" rtlCol="false" lIns="0" tIns="71871" rIns="0" bIns="71871"/>
          <a:lstStyle/>
          <a:p>
            <a:pPr algn="l" lvl="0">
              <a:lnSpc>
                <a:spcPct val="99600"/>
              </a:lnSpc>
            </a:pPr>
            <a:r>
              <a:rPr lang="en-US" sz="5659" b="false" i="false" u="none" strike="noStrike" spc="-2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사진</a:t>
            </a:r>
            <a:r>
              <a:rPr lang="en-US" sz="5659" b="false" i="false" u="none" strike="noStrike" spc="-200">
                <a:solidFill>
                  <a:srgbClr val="202020"/>
                </a:solidFill>
                <a:latin typeface="Gmarket Sans Light"/>
                <a:ea typeface="Gmarket Sans Light"/>
                <a:cs typeface="Gmarket Sans Light"/>
              </a:rPr>
              <a:t>을 넣고</a:t>
            </a:r>
          </a:p>
          <a:p>
            <a:pPr algn="l" lvl="0">
              <a:lnSpc>
                <a:spcPct val="99600"/>
              </a:lnSpc>
            </a:pPr>
            <a:r>
              <a:rPr lang="en-US" sz="5659" b="false" i="false" u="none" strike="noStrike" spc="-200">
                <a:solidFill>
                  <a:srgbClr val="202020"/>
                </a:solidFill>
                <a:latin typeface="Gmarket Sans Light"/>
                <a:ea typeface="Gmarket Sans Light"/>
                <a:cs typeface="Gmarket Sans Light"/>
              </a:rPr>
              <a:t>아무 말 해도</a:t>
            </a:r>
          </a:p>
          <a:p>
            <a:pPr algn="l" lvl="0">
              <a:lnSpc>
                <a:spcPct val="99600"/>
              </a:lnSpc>
            </a:pPr>
            <a:r>
              <a:rPr lang="en-US" sz="5659" b="false" i="false" u="none" strike="noStrike" spc="-200">
                <a:solidFill>
                  <a:srgbClr val="202020"/>
                </a:solidFill>
                <a:latin typeface="Gmarket Sans Light"/>
                <a:ea typeface="Gmarket Sans Light"/>
                <a:cs typeface="Gmarket Sans Light"/>
              </a:rPr>
              <a:t>어색하지 않은</a:t>
            </a:r>
          </a:p>
          <a:p>
            <a:pPr algn="l" lvl="0">
              <a:lnSpc>
                <a:spcPct val="99600"/>
              </a:lnSpc>
            </a:pPr>
            <a:r>
              <a:rPr lang="en-US" sz="5659" b="false" i="false" u="none" strike="noStrike" spc="-2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페이지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84100" y="7315200"/>
            <a:ext cx="6642100" cy="1206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199" b="false" i="false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내용을 간략하게 작성해주세요. </a:t>
            </a:r>
          </a:p>
          <a:p>
            <a:pPr algn="l" lvl="0">
              <a:lnSpc>
                <a:spcPct val="116199"/>
              </a:lnSpc>
            </a:pPr>
            <a:r>
              <a:rPr lang="en-US" sz="2199" b="false" i="false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프리텐다드 Light, 22pt, 자간은 0, </a:t>
            </a:r>
          </a:p>
          <a:p>
            <a:pPr algn="l" lvl="0">
              <a:lnSpc>
                <a:spcPct val="116199"/>
              </a:lnSpc>
            </a:pPr>
            <a:r>
              <a:rPr lang="en-US" sz="2199" b="false" i="false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행간은 1.4pt가 적당합니다. 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4686300" y="1955800"/>
            <a:ext cx="3721100" cy="7454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8496300" y="1943100"/>
            <a:ext cx="3721100" cy="746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7F7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193800" y="4102100"/>
            <a:ext cx="7835900" cy="52451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139700" y="10172700"/>
            <a:ext cx="18745200" cy="1917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898900" y="1536700"/>
            <a:ext cx="10502900" cy="1206500"/>
          </a:xfrm>
          <a:prstGeom prst="rect">
            <a:avLst/>
          </a:prstGeom>
        </p:spPr>
        <p:txBody>
          <a:bodyPr anchor="ctr" rtlCol="false" lIns="0" tIns="84097" rIns="0" bIns="84097"/>
          <a:lstStyle/>
          <a:p>
            <a:pPr algn="ctr" lvl="0">
              <a:lnSpc>
                <a:spcPct val="99600"/>
              </a:lnSpc>
            </a:pPr>
            <a:r>
              <a:rPr lang="en-US" sz="6621" b="false" i="false" u="none" strike="noStrike" spc="-200">
                <a:solidFill>
                  <a:srgbClr val="202020"/>
                </a:solidFill>
                <a:latin typeface="Gmarket Sans Light"/>
                <a:ea typeface="Gmarket Sans Light"/>
                <a:cs typeface="Gmarket Sans Light"/>
              </a:rPr>
              <a:t>추이를 보여주는 </a:t>
            </a:r>
            <a:r>
              <a:rPr lang="en-US" sz="6621" b="false" i="false" u="none" strike="noStrike" spc="-2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선 그래프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6300" y="787400"/>
            <a:ext cx="3111500" cy="330200"/>
          </a:xfrm>
          <a:prstGeom prst="rect">
            <a:avLst/>
          </a:prstGeom>
        </p:spPr>
        <p:txBody>
          <a:bodyPr anchor="ctr" rtlCol="false" lIns="0" tIns="11147" rIns="0" bIns="11147"/>
          <a:lstStyle/>
          <a:p>
            <a:pPr algn="l" lvl="0">
              <a:lnSpc>
                <a:spcPct val="107899"/>
              </a:lnSpc>
            </a:pPr>
            <a:r>
              <a:rPr lang="en-US" sz="1755" b="false" i="false" u="none" strike="noStrike" spc="-100">
                <a:solidFill>
                  <a:srgbClr val="787878"/>
                </a:solidFill>
                <a:latin typeface="Gmarket Sans Medium"/>
                <a:ea typeface="Gmarket Sans Medium"/>
                <a:cs typeface="Gmarket Sans Medium"/>
              </a:rPr>
              <a:t>Chapter 03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520700" y="482600"/>
            <a:ext cx="17246600" cy="381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294100" y="800100"/>
            <a:ext cx="1206500" cy="317500"/>
          </a:xfrm>
          <a:prstGeom prst="rect">
            <a:avLst/>
          </a:prstGeom>
        </p:spPr>
        <p:txBody>
          <a:bodyPr anchor="ctr" rtlCol="false" lIns="0" tIns="20985" rIns="0" bIns="20985"/>
          <a:lstStyle/>
          <a:p>
            <a:pPr algn="ctr" lvl="0">
              <a:lnSpc>
                <a:spcPct val="99600"/>
              </a:lnSpc>
            </a:pPr>
            <a:r>
              <a:rPr lang="en-US" sz="1652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MIRICOM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5887700" y="787400"/>
            <a:ext cx="520700" cy="30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714500" y="4572000"/>
            <a:ext cx="6718300" cy="4254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9271000" y="4102100"/>
            <a:ext cx="7861300" cy="11684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480800" y="4318000"/>
            <a:ext cx="5689600" cy="711200"/>
          </a:xfrm>
          <a:prstGeom prst="rect">
            <a:avLst/>
          </a:prstGeom>
        </p:spPr>
        <p:txBody>
          <a:bodyPr anchor="ctr" rtlCol="false" lIns="0" tIns="12700" rIns="0" bIns="12700"/>
          <a:lstStyle/>
          <a:p>
            <a:pPr algn="l" lvl="0">
              <a:lnSpc>
                <a:spcPct val="1078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선 그래프는 간단하게 이해하기 쉬운 그래프 입니다.</a:t>
            </a:r>
          </a:p>
          <a:p>
            <a:pPr algn="l" lvl="0">
              <a:lnSpc>
                <a:spcPct val="1078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시간의 흐름에 따른 데이터를 나타내기 좋습니다.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66300" y="4483100"/>
            <a:ext cx="1320800" cy="381000"/>
          </a:xfrm>
          <a:prstGeom prst="rect">
            <a:avLst/>
          </a:prstGeom>
        </p:spPr>
        <p:txBody>
          <a:bodyPr anchor="ctr" rtlCol="false" lIns="0" tIns="38099" rIns="0" bIns="38099"/>
          <a:lstStyle/>
          <a:p>
            <a:pPr algn="l" lvl="0">
              <a:lnSpc>
                <a:spcPct val="91299"/>
              </a:lnSpc>
            </a:pPr>
            <a:r>
              <a:rPr lang="en-US" sz="1999" b="false" i="false" u="none" strike="noStrike" spc="-100">
                <a:solidFill>
                  <a:srgbClr val="3550D8"/>
                </a:solidFill>
                <a:latin typeface="Gmarket Sans Medium"/>
                <a:ea typeface="Gmarket Sans Medium"/>
                <a:cs typeface="Gmarket Sans Medium"/>
              </a:rPr>
              <a:t>Point 1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5400000">
            <a:off x="10706100" y="4660900"/>
            <a:ext cx="711200" cy="635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3048000" y="2844800"/>
            <a:ext cx="12179300" cy="8128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99" b="false" i="false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키워드에 관련된 설명 및 내용을 간략하게 작성해주세요. </a:t>
            </a:r>
          </a:p>
          <a:p>
            <a:pPr algn="ctr" lvl="0">
              <a:lnSpc>
                <a:spcPct val="116199"/>
              </a:lnSpc>
            </a:pPr>
            <a:r>
              <a:rPr lang="en-US" sz="2199" b="false" i="false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프리텐다드 Light, 22pt, 자간은 0, 행간은 1.4pt가 적당합니다. 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9271000" y="5461000"/>
            <a:ext cx="7861300" cy="11684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1480800" y="5676900"/>
            <a:ext cx="5689600" cy="711200"/>
          </a:xfrm>
          <a:prstGeom prst="rect">
            <a:avLst/>
          </a:prstGeom>
        </p:spPr>
        <p:txBody>
          <a:bodyPr anchor="ctr" rtlCol="false" lIns="0" tIns="12700" rIns="0" bIns="12700"/>
          <a:lstStyle/>
          <a:p>
            <a:pPr algn="l" lvl="0">
              <a:lnSpc>
                <a:spcPct val="1078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다만 비교를 위한 그래프나, 단순히 수량을 표기할 때</a:t>
            </a:r>
          </a:p>
          <a:p>
            <a:pPr algn="l" lvl="0">
              <a:lnSpc>
                <a:spcPct val="1078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선 그래프는 적합하지 않습니다.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66300" y="5829300"/>
            <a:ext cx="1320800" cy="381000"/>
          </a:xfrm>
          <a:prstGeom prst="rect">
            <a:avLst/>
          </a:prstGeom>
        </p:spPr>
        <p:txBody>
          <a:bodyPr anchor="ctr" rtlCol="false" lIns="0" tIns="38099" rIns="0" bIns="38099"/>
          <a:lstStyle/>
          <a:p>
            <a:pPr algn="l" lvl="0">
              <a:lnSpc>
                <a:spcPct val="91299"/>
              </a:lnSpc>
            </a:pPr>
            <a:r>
              <a:rPr lang="en-US" sz="1999" b="false" i="false" u="none" strike="noStrike" spc="-100">
                <a:solidFill>
                  <a:srgbClr val="3550D8"/>
                </a:solidFill>
                <a:latin typeface="Gmarket Sans Medium"/>
                <a:ea typeface="Gmarket Sans Medium"/>
                <a:cs typeface="Gmarket Sans Medium"/>
              </a:rPr>
              <a:t>Point 2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5400000">
            <a:off x="10706100" y="6019800"/>
            <a:ext cx="711200" cy="63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9271000" y="6807200"/>
            <a:ext cx="7861300" cy="11684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11480800" y="7048500"/>
            <a:ext cx="5689600" cy="711200"/>
          </a:xfrm>
          <a:prstGeom prst="rect">
            <a:avLst/>
          </a:prstGeom>
        </p:spPr>
        <p:txBody>
          <a:bodyPr anchor="ctr" rtlCol="false" lIns="0" tIns="12700" rIns="0" bIns="12700"/>
          <a:lstStyle/>
          <a:p>
            <a:pPr algn="l" lvl="0">
              <a:lnSpc>
                <a:spcPct val="1078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선 그래프는 적은 양의 데이터보다는 많은 양의</a:t>
            </a:r>
          </a:p>
          <a:p>
            <a:pPr algn="l" lvl="0">
              <a:lnSpc>
                <a:spcPct val="1078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데이터를 시각화 하기에 적합합니다.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66300" y="7188200"/>
            <a:ext cx="1320800" cy="381000"/>
          </a:xfrm>
          <a:prstGeom prst="rect">
            <a:avLst/>
          </a:prstGeom>
        </p:spPr>
        <p:txBody>
          <a:bodyPr anchor="ctr" rtlCol="false" lIns="0" tIns="38099" rIns="0" bIns="38099"/>
          <a:lstStyle/>
          <a:p>
            <a:pPr algn="l" lvl="0">
              <a:lnSpc>
                <a:spcPct val="91299"/>
              </a:lnSpc>
            </a:pPr>
            <a:r>
              <a:rPr lang="en-US" sz="1999" b="false" i="false" u="none" strike="noStrike" spc="-100">
                <a:solidFill>
                  <a:srgbClr val="3550D8"/>
                </a:solidFill>
                <a:latin typeface="Gmarket Sans Medium"/>
                <a:ea typeface="Gmarket Sans Medium"/>
                <a:cs typeface="Gmarket Sans Medium"/>
              </a:rPr>
              <a:t>Point 3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5400000">
            <a:off x="10706100" y="7366000"/>
            <a:ext cx="711200" cy="635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9271000" y="8166100"/>
            <a:ext cx="7861300" cy="11684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11480800" y="8394700"/>
            <a:ext cx="5689600" cy="711200"/>
          </a:xfrm>
          <a:prstGeom prst="rect">
            <a:avLst/>
          </a:prstGeom>
        </p:spPr>
        <p:txBody>
          <a:bodyPr anchor="ctr" rtlCol="false" lIns="0" tIns="12700" rIns="0" bIns="12700"/>
          <a:lstStyle/>
          <a:p>
            <a:pPr algn="l" lvl="0">
              <a:lnSpc>
                <a:spcPct val="1078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여러분의 성과를 시간의 흐름에 따라 선 그래프로</a:t>
            </a:r>
          </a:p>
          <a:p>
            <a:pPr algn="l" lvl="0">
              <a:lnSpc>
                <a:spcPct val="1078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나타내보세요.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766300" y="8547100"/>
            <a:ext cx="1320800" cy="381000"/>
          </a:xfrm>
          <a:prstGeom prst="rect">
            <a:avLst/>
          </a:prstGeom>
        </p:spPr>
        <p:txBody>
          <a:bodyPr anchor="ctr" rtlCol="false" lIns="0" tIns="38099" rIns="0" bIns="38099"/>
          <a:lstStyle/>
          <a:p>
            <a:pPr algn="l" lvl="0">
              <a:lnSpc>
                <a:spcPct val="91299"/>
              </a:lnSpc>
            </a:pPr>
            <a:r>
              <a:rPr lang="en-US" sz="1999" b="false" i="false" u="none" strike="noStrike" spc="-100">
                <a:solidFill>
                  <a:srgbClr val="3550D8"/>
                </a:solidFill>
                <a:latin typeface="Gmarket Sans Medium"/>
                <a:ea typeface="Gmarket Sans Medium"/>
                <a:cs typeface="Gmarket Sans Medium"/>
              </a:rPr>
              <a:t>Point 4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5400000">
            <a:off x="10706100" y="8724900"/>
            <a:ext cx="711200" cy="6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7F7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1181100" y="3556000"/>
            <a:ext cx="7886700" cy="4699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-139700" y="10172700"/>
            <a:ext cx="18745200" cy="19177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3327400" y="1536700"/>
            <a:ext cx="11658600" cy="1206500"/>
          </a:xfrm>
          <a:prstGeom prst="rect">
            <a:avLst/>
          </a:prstGeom>
        </p:spPr>
        <p:txBody>
          <a:bodyPr anchor="ctr" rtlCol="false" lIns="0" tIns="84097" rIns="0" bIns="84097"/>
          <a:lstStyle/>
          <a:p>
            <a:pPr algn="ctr" lvl="0">
              <a:lnSpc>
                <a:spcPct val="99600"/>
              </a:lnSpc>
            </a:pPr>
            <a:r>
              <a:rPr lang="en-US" sz="6621" b="false" i="false" u="none" strike="noStrike" spc="-200">
                <a:solidFill>
                  <a:srgbClr val="202020"/>
                </a:solidFill>
                <a:latin typeface="Gmarket Sans Light"/>
                <a:ea typeface="Gmarket Sans Light"/>
                <a:cs typeface="Gmarket Sans Light"/>
              </a:rPr>
              <a:t>한눈에 비교하는 </a:t>
            </a:r>
            <a:r>
              <a:rPr lang="en-US" sz="6621" b="false" i="false" u="none" strike="noStrike" spc="-2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다양한 그래프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6300" y="787400"/>
            <a:ext cx="3111500" cy="330200"/>
          </a:xfrm>
          <a:prstGeom prst="rect">
            <a:avLst/>
          </a:prstGeom>
        </p:spPr>
        <p:txBody>
          <a:bodyPr anchor="ctr" rtlCol="false" lIns="0" tIns="11147" rIns="0" bIns="11147"/>
          <a:lstStyle/>
          <a:p>
            <a:pPr algn="l" lvl="0">
              <a:lnSpc>
                <a:spcPct val="107899"/>
              </a:lnSpc>
            </a:pPr>
            <a:r>
              <a:rPr lang="en-US" sz="1755" b="false" i="false" u="none" strike="noStrike" spc="-100">
                <a:solidFill>
                  <a:srgbClr val="787878"/>
                </a:solidFill>
                <a:latin typeface="Gmarket Sans Medium"/>
                <a:ea typeface="Gmarket Sans Medium"/>
                <a:cs typeface="Gmarket Sans Medium"/>
              </a:rPr>
              <a:t>Chapter 04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520700" y="482600"/>
            <a:ext cx="17246600" cy="381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6294100" y="800100"/>
            <a:ext cx="1206500" cy="317500"/>
          </a:xfrm>
          <a:prstGeom prst="rect">
            <a:avLst/>
          </a:prstGeom>
        </p:spPr>
        <p:txBody>
          <a:bodyPr anchor="ctr" rtlCol="false" lIns="0" tIns="20985" rIns="0" bIns="20985"/>
          <a:lstStyle/>
          <a:p>
            <a:pPr algn="ctr" lvl="0">
              <a:lnSpc>
                <a:spcPct val="99600"/>
              </a:lnSpc>
            </a:pPr>
            <a:r>
              <a:rPr lang="en-US" sz="1652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MIRICOM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5887700" y="787400"/>
            <a:ext cx="520700" cy="304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193800" y="8356600"/>
            <a:ext cx="15900400" cy="11684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4940300" y="8585200"/>
            <a:ext cx="9880600" cy="711200"/>
          </a:xfrm>
          <a:prstGeom prst="rect">
            <a:avLst/>
          </a:prstGeom>
        </p:spPr>
        <p:txBody>
          <a:bodyPr anchor="ctr" rtlCol="false" lIns="0" tIns="12700" rIns="0" bIns="12700"/>
          <a:lstStyle/>
          <a:p>
            <a:pPr algn="ctr" lvl="0">
              <a:lnSpc>
                <a:spcPct val="1078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막대 그래프와 원 그래프는 한눈에 비교하기 쉬운 유용한 그래프 입니다.</a:t>
            </a:r>
          </a:p>
          <a:p>
            <a:pPr algn="ctr" lvl="0">
              <a:lnSpc>
                <a:spcPct val="1078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경쟁사와의 비교나 지난해 성과 달성률과 예산 집행률 등을 비교할 때 그래프를 이용해보세요.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06700" y="8737600"/>
            <a:ext cx="1320800" cy="381000"/>
          </a:xfrm>
          <a:prstGeom prst="rect">
            <a:avLst/>
          </a:prstGeom>
        </p:spPr>
        <p:txBody>
          <a:bodyPr anchor="ctr" rtlCol="false" lIns="0" tIns="38099" rIns="0" bIns="38099"/>
          <a:lstStyle/>
          <a:p>
            <a:pPr algn="l" lvl="0">
              <a:lnSpc>
                <a:spcPct val="91299"/>
              </a:lnSpc>
            </a:pPr>
            <a:r>
              <a:rPr lang="en-US" sz="1999" b="false" i="false" u="none" strike="noStrike" spc="-100">
                <a:solidFill>
                  <a:srgbClr val="3550D8"/>
                </a:solidFill>
                <a:latin typeface="Gmarket Sans Medium"/>
                <a:ea typeface="Gmarket Sans Medium"/>
                <a:cs typeface="Gmarket Sans Medium"/>
              </a:rPr>
              <a:t>Result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>
            <a:off x="4267200" y="8915400"/>
            <a:ext cx="711200" cy="63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917700" y="3911600"/>
            <a:ext cx="6400800" cy="3644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9144000" y="3556000"/>
            <a:ext cx="7886700" cy="46736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3048000" y="2844800"/>
            <a:ext cx="121793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99" b="false" i="false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키워드에 관련된 설명 및 내용을 간략하게 작성해주세요. 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677400" y="4140200"/>
            <a:ext cx="3797300" cy="36068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3766800" y="5194300"/>
            <a:ext cx="2895600" cy="1104900"/>
          </a:xfrm>
          <a:prstGeom prst="rect">
            <a:avLst/>
          </a:prstGeom>
        </p:spPr>
        <p:txBody>
          <a:bodyPr anchor="ctr" rtlCol="false" lIns="0" tIns="10160" rIns="0" bIns="10160"/>
          <a:lstStyle/>
          <a:p>
            <a:pPr algn="l" lvl="0">
              <a:lnSpc>
                <a:spcPct val="107899"/>
              </a:lnSpc>
            </a:pPr>
            <a:r>
              <a:rPr lang="en-US" sz="1599" b="false" i="false" u="none" strike="noStrike" spc="-1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한눈에 데이터를 쉽게 비교할 수</a:t>
            </a:r>
          </a:p>
          <a:p>
            <a:pPr algn="l" lvl="0">
              <a:lnSpc>
                <a:spcPct val="107899"/>
              </a:lnSpc>
            </a:pPr>
            <a:r>
              <a:rPr lang="en-US" sz="1599" b="false" i="false" u="none" strike="noStrike" spc="-1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있는 원 그래프를 활용하여 업무 별</a:t>
            </a:r>
          </a:p>
          <a:p>
            <a:pPr algn="l" lvl="0">
              <a:lnSpc>
                <a:spcPct val="107899"/>
              </a:lnSpc>
            </a:pPr>
            <a:r>
              <a:rPr lang="en-US" sz="1599" b="false" i="false" u="none" strike="noStrike" spc="-1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성과 달성률이나 예산 집행률을</a:t>
            </a:r>
          </a:p>
          <a:p>
            <a:pPr algn="l" lvl="0">
              <a:lnSpc>
                <a:spcPct val="107899"/>
              </a:lnSpc>
            </a:pPr>
            <a:r>
              <a:rPr lang="en-US" sz="1599" b="false" i="false" u="none" strike="noStrike" spc="-1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표현해보세요.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766800" y="4737100"/>
            <a:ext cx="2006600" cy="381000"/>
          </a:xfrm>
          <a:prstGeom prst="rect">
            <a:avLst/>
          </a:prstGeom>
        </p:spPr>
        <p:txBody>
          <a:bodyPr anchor="ctr" rtlCol="false" lIns="0" tIns="45719" rIns="0" bIns="45719"/>
          <a:lstStyle/>
          <a:p>
            <a:pPr algn="l" lvl="0">
              <a:lnSpc>
                <a:spcPct val="86320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원 그래프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82700" y="6832600"/>
            <a:ext cx="876300" cy="215900"/>
          </a:xfrm>
          <a:prstGeom prst="rect">
            <a:avLst/>
          </a:prstGeom>
        </p:spPr>
        <p:txBody>
          <a:bodyPr anchor="ctr" rtlCol="false" lIns="0" tIns="22860" rIns="0" bIns="22860"/>
          <a:lstStyle/>
          <a:p>
            <a:pPr algn="l" lvl="0">
              <a:lnSpc>
                <a:spcPct val="91299"/>
              </a:lnSpc>
            </a:pPr>
            <a:r>
              <a:rPr lang="en-US" sz="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Keyword 1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13766800" y="6832600"/>
            <a:ext cx="203200" cy="2032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4947900" y="6832600"/>
            <a:ext cx="736600" cy="215900"/>
          </a:xfrm>
          <a:prstGeom prst="rect">
            <a:avLst/>
          </a:prstGeom>
        </p:spPr>
        <p:txBody>
          <a:bodyPr anchor="ctr" rtlCol="false" lIns="0" tIns="22860" rIns="0" bIns="22860"/>
          <a:lstStyle/>
          <a:p>
            <a:pPr algn="l" lvl="0">
              <a:lnSpc>
                <a:spcPct val="91299"/>
              </a:lnSpc>
            </a:pPr>
            <a:r>
              <a:rPr lang="en-US" sz="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Keyword 2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 rot="0">
            <a:off x="14719300" y="6832600"/>
            <a:ext cx="203200" cy="2032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5951200" y="6832600"/>
            <a:ext cx="825500" cy="215900"/>
          </a:xfrm>
          <a:prstGeom prst="rect">
            <a:avLst/>
          </a:prstGeom>
        </p:spPr>
        <p:txBody>
          <a:bodyPr anchor="ctr" rtlCol="false" lIns="0" tIns="22860" rIns="0" bIns="22860"/>
          <a:lstStyle/>
          <a:p>
            <a:pPr algn="l" lvl="0">
              <a:lnSpc>
                <a:spcPct val="91299"/>
              </a:lnSpc>
            </a:pPr>
            <a:r>
              <a:rPr lang="en-US" sz="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Keyword 3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0">
            <a:off x="15709900" y="6832600"/>
            <a:ext cx="203200" cy="2032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3982700" y="7175500"/>
            <a:ext cx="800100" cy="215900"/>
          </a:xfrm>
          <a:prstGeom prst="rect">
            <a:avLst/>
          </a:prstGeom>
        </p:spPr>
        <p:txBody>
          <a:bodyPr anchor="ctr" rtlCol="false" lIns="0" tIns="22860" rIns="0" bIns="22860"/>
          <a:lstStyle/>
          <a:p>
            <a:pPr algn="l" lvl="0">
              <a:lnSpc>
                <a:spcPct val="91299"/>
              </a:lnSpc>
            </a:pPr>
            <a:r>
              <a:rPr lang="en-US" sz="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Keyword 4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0">
            <a:off x="13766800" y="7175500"/>
            <a:ext cx="203200" cy="2032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4935200" y="7175500"/>
            <a:ext cx="889000" cy="215900"/>
          </a:xfrm>
          <a:prstGeom prst="rect">
            <a:avLst/>
          </a:prstGeom>
        </p:spPr>
        <p:txBody>
          <a:bodyPr anchor="ctr" rtlCol="false" lIns="0" tIns="22860" rIns="0" bIns="22860"/>
          <a:lstStyle/>
          <a:p>
            <a:pPr algn="l" lvl="0">
              <a:lnSpc>
                <a:spcPct val="91299"/>
              </a:lnSpc>
            </a:pPr>
            <a:r>
              <a:rPr lang="en-US" sz="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Keyword 5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0">
            <a:off x="14719300" y="7175500"/>
            <a:ext cx="203200" cy="2032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981200" y="7721600"/>
            <a:ext cx="6286500" cy="304800"/>
          </a:xfrm>
          <a:prstGeom prst="rect">
            <a:avLst/>
          </a:prstGeom>
        </p:spPr>
        <p:txBody>
          <a:bodyPr anchor="ctr" rtlCol="false" lIns="0" tIns="10160" rIns="0" bIns="10160"/>
          <a:lstStyle/>
          <a:p>
            <a:pPr algn="ctr" lvl="0">
              <a:lnSpc>
                <a:spcPct val="107899"/>
              </a:lnSpc>
            </a:pPr>
            <a:r>
              <a:rPr lang="en-US" sz="1599" b="false" i="false" u="none" strike="noStrike" spc="-100">
                <a:solidFill>
                  <a:srgbClr val="595959"/>
                </a:solidFill>
                <a:latin typeface="Pretendard Medium"/>
                <a:ea typeface="Pretendard Medium"/>
                <a:cs typeface="Pretendard Medium"/>
              </a:rPr>
              <a:t>막대 그래프는 다:1, 1:1로 비교할 때 유용한 그래프 입니다.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7F7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139700" y="10172700"/>
            <a:ext cx="18745200" cy="1917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898900" y="1536700"/>
            <a:ext cx="10502900" cy="1206500"/>
          </a:xfrm>
          <a:prstGeom prst="rect">
            <a:avLst/>
          </a:prstGeom>
        </p:spPr>
        <p:txBody>
          <a:bodyPr anchor="ctr" rtlCol="false" lIns="0" tIns="84097" rIns="0" bIns="84097"/>
          <a:lstStyle/>
          <a:p>
            <a:pPr algn="ctr" lvl="0">
              <a:lnSpc>
                <a:spcPct val="99600"/>
              </a:lnSpc>
            </a:pPr>
            <a:r>
              <a:rPr lang="en-US" sz="6621" b="false" i="false" u="none" strike="noStrike" spc="-200">
                <a:solidFill>
                  <a:srgbClr val="202020"/>
                </a:solidFill>
                <a:latin typeface="Gmarket Sans Light"/>
                <a:ea typeface="Gmarket Sans Light"/>
                <a:cs typeface="Gmarket Sans Light"/>
              </a:rPr>
              <a:t>백분율에 유용한 </a:t>
            </a:r>
            <a:r>
              <a:rPr lang="en-US" sz="6621" b="false" i="false" u="none" strike="noStrike" spc="-2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원 그래프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6300" y="787400"/>
            <a:ext cx="3111500" cy="330200"/>
          </a:xfrm>
          <a:prstGeom prst="rect">
            <a:avLst/>
          </a:prstGeom>
        </p:spPr>
        <p:txBody>
          <a:bodyPr anchor="ctr" rtlCol="false" lIns="0" tIns="11147" rIns="0" bIns="11147"/>
          <a:lstStyle/>
          <a:p>
            <a:pPr algn="l" lvl="0">
              <a:lnSpc>
                <a:spcPct val="107899"/>
              </a:lnSpc>
            </a:pPr>
            <a:r>
              <a:rPr lang="en-US" sz="1755" b="false" i="false" u="none" strike="noStrike" spc="-100">
                <a:solidFill>
                  <a:srgbClr val="787878"/>
                </a:solidFill>
                <a:latin typeface="Gmarket Sans Medium"/>
                <a:ea typeface="Gmarket Sans Medium"/>
                <a:cs typeface="Gmarket Sans Medium"/>
              </a:rPr>
              <a:t>Chapter 05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520700" y="482600"/>
            <a:ext cx="17246600" cy="381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6294100" y="800100"/>
            <a:ext cx="1206500" cy="317500"/>
          </a:xfrm>
          <a:prstGeom prst="rect">
            <a:avLst/>
          </a:prstGeom>
        </p:spPr>
        <p:txBody>
          <a:bodyPr anchor="ctr" rtlCol="false" lIns="0" tIns="20985" rIns="0" bIns="20985"/>
          <a:lstStyle/>
          <a:p>
            <a:pPr algn="ctr" lvl="0">
              <a:lnSpc>
                <a:spcPct val="99600"/>
              </a:lnSpc>
            </a:pPr>
            <a:r>
              <a:rPr lang="en-US" sz="1652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MIRICOM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5887700" y="787400"/>
            <a:ext cx="520700" cy="304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362700" y="3251200"/>
            <a:ext cx="5562600" cy="55626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600200" y="5016500"/>
            <a:ext cx="4432300" cy="711200"/>
          </a:xfrm>
          <a:prstGeom prst="rect">
            <a:avLst/>
          </a:prstGeom>
        </p:spPr>
        <p:txBody>
          <a:bodyPr anchor="ctr" rtlCol="false" lIns="0" tIns="12700" rIns="0" bIns="12700"/>
          <a:lstStyle/>
          <a:p>
            <a:pPr algn="l" lvl="0">
              <a:lnSpc>
                <a:spcPct val="1078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원 그래프는 전체에 대한 각 부분의 비율을</a:t>
            </a:r>
          </a:p>
          <a:p>
            <a:pPr algn="l" lvl="0">
              <a:lnSpc>
                <a:spcPct val="1078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원 안에 표현한 그래프입니다.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55800" y="4483100"/>
            <a:ext cx="1041400" cy="381000"/>
          </a:xfrm>
          <a:prstGeom prst="rect">
            <a:avLst/>
          </a:prstGeom>
        </p:spPr>
        <p:txBody>
          <a:bodyPr anchor="ctr" rtlCol="false" lIns="0" tIns="38099" rIns="0" bIns="38099"/>
          <a:lstStyle/>
          <a:p>
            <a:pPr algn="l" lvl="0">
              <a:lnSpc>
                <a:spcPct val="912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50%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>
            <a:off x="1600200" y="4495800"/>
            <a:ext cx="266700" cy="3429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600200" y="6858000"/>
            <a:ext cx="4432300" cy="711200"/>
          </a:xfrm>
          <a:prstGeom prst="rect">
            <a:avLst/>
          </a:prstGeom>
        </p:spPr>
        <p:txBody>
          <a:bodyPr anchor="ctr" rtlCol="false" lIns="0" tIns="12700" rIns="0" bIns="12700"/>
          <a:lstStyle/>
          <a:p>
            <a:pPr algn="l" lvl="0">
              <a:lnSpc>
                <a:spcPct val="1078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비율 그래프의 일종으로 백분율을 표현할 때</a:t>
            </a:r>
          </a:p>
          <a:p>
            <a:pPr algn="l" lvl="0">
              <a:lnSpc>
                <a:spcPct val="1078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유용한 그래프입니다.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70100" y="6311900"/>
            <a:ext cx="762000" cy="381000"/>
          </a:xfrm>
          <a:prstGeom prst="rect">
            <a:avLst/>
          </a:prstGeom>
        </p:spPr>
        <p:txBody>
          <a:bodyPr anchor="ctr" rtlCol="false" lIns="0" tIns="38099" rIns="0" bIns="38099"/>
          <a:lstStyle/>
          <a:p>
            <a:pPr algn="l" lvl="0">
              <a:lnSpc>
                <a:spcPct val="912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40%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>
            <a:off x="1600200" y="6324600"/>
            <a:ext cx="342900" cy="3429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2649200" y="4368800"/>
            <a:ext cx="5689600" cy="711200"/>
          </a:xfrm>
          <a:prstGeom prst="rect">
            <a:avLst/>
          </a:prstGeom>
        </p:spPr>
        <p:txBody>
          <a:bodyPr anchor="ctr" rtlCol="false" lIns="0" tIns="12700" rIns="0" bIns="12700"/>
          <a:lstStyle/>
          <a:p>
            <a:pPr algn="l" lvl="0">
              <a:lnSpc>
                <a:spcPct val="1078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업무 별 성과 달성률이나 예산 집행률을</a:t>
            </a:r>
          </a:p>
          <a:p>
            <a:pPr algn="l" lvl="0">
              <a:lnSpc>
                <a:spcPct val="1078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원그래프로 표현해보세요.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31800" y="3822700"/>
            <a:ext cx="673100" cy="381000"/>
          </a:xfrm>
          <a:prstGeom prst="rect">
            <a:avLst/>
          </a:prstGeom>
        </p:spPr>
        <p:txBody>
          <a:bodyPr anchor="ctr" rtlCol="false" lIns="0" tIns="38099" rIns="0" bIns="38099"/>
          <a:lstStyle/>
          <a:p>
            <a:pPr algn="l" lvl="0">
              <a:lnSpc>
                <a:spcPct val="912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30%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2649200" y="3848100"/>
            <a:ext cx="342900" cy="3429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12649200" y="6210300"/>
            <a:ext cx="5689600" cy="711200"/>
          </a:xfrm>
          <a:prstGeom prst="rect">
            <a:avLst/>
          </a:prstGeom>
        </p:spPr>
        <p:txBody>
          <a:bodyPr anchor="ctr" rtlCol="false" lIns="0" tIns="12700" rIns="0" bIns="12700"/>
          <a:lstStyle/>
          <a:p>
            <a:pPr algn="l" lvl="0">
              <a:lnSpc>
                <a:spcPct val="1078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각 항목을 한 눈에 비교하기에 좋은</a:t>
            </a:r>
          </a:p>
          <a:p>
            <a:pPr algn="l" lvl="0">
              <a:lnSpc>
                <a:spcPct val="1078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시각화 데이터랍니다.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131800" y="5676900"/>
            <a:ext cx="685800" cy="381000"/>
          </a:xfrm>
          <a:prstGeom prst="rect">
            <a:avLst/>
          </a:prstGeom>
        </p:spPr>
        <p:txBody>
          <a:bodyPr anchor="ctr" rtlCol="false" lIns="0" tIns="38099" rIns="0" bIns="38099"/>
          <a:lstStyle/>
          <a:p>
            <a:pPr algn="l" lvl="0">
              <a:lnSpc>
                <a:spcPct val="912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20%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>
            <a:off x="12649200" y="5689600"/>
            <a:ext cx="342900" cy="3429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2649200" y="8051800"/>
            <a:ext cx="4114800" cy="381000"/>
          </a:xfrm>
          <a:prstGeom prst="rect">
            <a:avLst/>
          </a:prstGeom>
        </p:spPr>
        <p:txBody>
          <a:bodyPr anchor="ctr" rtlCol="false" lIns="0" tIns="12700" rIns="0" bIns="12700"/>
          <a:lstStyle/>
          <a:p>
            <a:pPr algn="l" lvl="0">
              <a:lnSpc>
                <a:spcPct val="1078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1 항목 1 색상 1 설명은 기본인 것 아시죠?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19100" y="7518400"/>
            <a:ext cx="1320800" cy="381000"/>
          </a:xfrm>
          <a:prstGeom prst="rect">
            <a:avLst/>
          </a:prstGeom>
        </p:spPr>
        <p:txBody>
          <a:bodyPr anchor="ctr" rtlCol="false" lIns="0" tIns="38099" rIns="0" bIns="38099"/>
          <a:lstStyle/>
          <a:p>
            <a:pPr algn="l" lvl="0">
              <a:lnSpc>
                <a:spcPct val="91299"/>
              </a:lnSpc>
            </a:pPr>
            <a:r>
              <a:rPr lang="en-US" sz="1999" b="false" i="false" u="none" strike="noStrike" spc="-1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10%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>
            <a:off x="12649200" y="7531100"/>
            <a:ext cx="342900" cy="342900"/>
          </a:xfrm>
          <a:prstGeom prst="rect">
            <a:avLst/>
          </a:prstGeom>
        </p:spPr>
      </p:pic>
      <p:sp>
        <p:nvSpPr>
          <p:cNvPr name="TextBox 24" id="24"/>
          <p:cNvSpPr txBox="true"/>
          <p:nvPr/>
        </p:nvSpPr>
        <p:spPr>
          <a:xfrm rot="0">
            <a:off x="2425700" y="9347200"/>
            <a:ext cx="134366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99" b="false" i="false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그래프에 관련된 설명 및 내용을 간략하게 작성해주세요. 프리텐다드 Light, 22pt, 자간은 0, 행간은 1.4pt가 적당합니다. 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7F7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139700" y="10172700"/>
            <a:ext cx="18745200" cy="1917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898900" y="1536700"/>
            <a:ext cx="10502900" cy="1206500"/>
          </a:xfrm>
          <a:prstGeom prst="rect">
            <a:avLst/>
          </a:prstGeom>
        </p:spPr>
        <p:txBody>
          <a:bodyPr anchor="ctr" rtlCol="false" lIns="0" tIns="84097" rIns="0" bIns="84097"/>
          <a:lstStyle/>
          <a:p>
            <a:pPr algn="ctr" lvl="0">
              <a:lnSpc>
                <a:spcPct val="99600"/>
              </a:lnSpc>
            </a:pPr>
            <a:r>
              <a:rPr lang="en-US" sz="6621" b="false" i="false" u="none" strike="noStrike" spc="-200">
                <a:solidFill>
                  <a:srgbClr val="202020"/>
                </a:solidFill>
                <a:latin typeface="Gmarket Sans Light"/>
                <a:ea typeface="Gmarket Sans Light"/>
                <a:cs typeface="Gmarket Sans Light"/>
              </a:rPr>
              <a:t>성과를 큼직하게 </a:t>
            </a:r>
            <a:r>
              <a:rPr lang="en-US" sz="6621" b="false" i="false" u="none" strike="noStrike" spc="-2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숫자 타이포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6300" y="787400"/>
            <a:ext cx="3111500" cy="330200"/>
          </a:xfrm>
          <a:prstGeom prst="rect">
            <a:avLst/>
          </a:prstGeom>
        </p:spPr>
        <p:txBody>
          <a:bodyPr anchor="ctr" rtlCol="false" lIns="0" tIns="11147" rIns="0" bIns="11147"/>
          <a:lstStyle/>
          <a:p>
            <a:pPr algn="l" lvl="0">
              <a:lnSpc>
                <a:spcPct val="107899"/>
              </a:lnSpc>
            </a:pPr>
            <a:r>
              <a:rPr lang="en-US" sz="1755" b="false" i="false" u="none" strike="noStrike" spc="-100">
                <a:solidFill>
                  <a:srgbClr val="787878"/>
                </a:solidFill>
                <a:latin typeface="Gmarket Sans Medium"/>
                <a:ea typeface="Gmarket Sans Medium"/>
                <a:cs typeface="Gmarket Sans Medium"/>
              </a:rPr>
              <a:t>Chapter 06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520700" y="482600"/>
            <a:ext cx="17246600" cy="381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6294100" y="800100"/>
            <a:ext cx="1206500" cy="317500"/>
          </a:xfrm>
          <a:prstGeom prst="rect">
            <a:avLst/>
          </a:prstGeom>
        </p:spPr>
        <p:txBody>
          <a:bodyPr anchor="ctr" rtlCol="false" lIns="0" tIns="20985" rIns="0" bIns="20985"/>
          <a:lstStyle/>
          <a:p>
            <a:pPr algn="ctr" lvl="0">
              <a:lnSpc>
                <a:spcPct val="99600"/>
              </a:lnSpc>
            </a:pPr>
            <a:r>
              <a:rPr lang="en-US" sz="1652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MIRICOM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5887700" y="787400"/>
            <a:ext cx="520700" cy="304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2032000" y="3416300"/>
            <a:ext cx="6934200" cy="5727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2387600" y="6578600"/>
            <a:ext cx="6210300" cy="21971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2882900" y="7581900"/>
            <a:ext cx="5549900" cy="787400"/>
          </a:xfrm>
          <a:prstGeom prst="rect">
            <a:avLst/>
          </a:prstGeom>
        </p:spPr>
        <p:txBody>
          <a:bodyPr anchor="ctr" rtlCol="false" lIns="0" tIns="13970" rIns="0" bIns="13970"/>
          <a:lstStyle/>
          <a:p>
            <a:pPr algn="l" lvl="0">
              <a:lnSpc>
                <a:spcPct val="107899"/>
              </a:lnSpc>
            </a:pPr>
            <a:r>
              <a:rPr lang="en-US" sz="21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관련된 설명 및 내용을 간략하게 작성해주세요. </a:t>
            </a:r>
          </a:p>
          <a:p>
            <a:pPr algn="l" lvl="0">
              <a:lnSpc>
                <a:spcPct val="107899"/>
              </a:lnSpc>
            </a:pPr>
            <a:r>
              <a:rPr lang="en-US" sz="21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폰트는 프리텐다드 Medium, 사이즈 22pt입니다.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82900" y="3594100"/>
            <a:ext cx="4445000" cy="3302000"/>
          </a:xfrm>
          <a:prstGeom prst="rect">
            <a:avLst/>
          </a:prstGeom>
        </p:spPr>
        <p:txBody>
          <a:bodyPr anchor="ctr" rtlCol="false" lIns="0" tIns="301566" rIns="0" bIns="301566"/>
          <a:lstStyle/>
          <a:p>
            <a:pPr algn="l" lvl="0">
              <a:lnSpc>
                <a:spcPct val="91299"/>
              </a:lnSpc>
            </a:pPr>
            <a:r>
              <a:rPr lang="en-US" sz="15830" b="false" i="false" u="none" strike="noStrike" spc="-400">
                <a:solidFill>
                  <a:srgbClr val="202020"/>
                </a:solidFill>
                <a:latin typeface="Prompt-SemiBold"/>
                <a:ea typeface="Prompt-SemiBold"/>
                <a:cs typeface="Prompt-SemiBold"/>
              </a:rPr>
              <a:t>100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388100" y="4914900"/>
            <a:ext cx="2171700" cy="1244600"/>
          </a:xfrm>
          <a:prstGeom prst="rect">
            <a:avLst/>
          </a:prstGeom>
        </p:spPr>
        <p:txBody>
          <a:bodyPr anchor="ctr" rtlCol="false" lIns="0" tIns="131364" rIns="0" bIns="131364"/>
          <a:lstStyle/>
          <a:p>
            <a:pPr algn="l" lvl="0">
              <a:lnSpc>
                <a:spcPct val="91299"/>
              </a:lnSpc>
            </a:pPr>
            <a:r>
              <a:rPr lang="en-US" sz="6895" b="false" i="false" u="none" strike="noStrike" spc="-2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만회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82900" y="7010400"/>
            <a:ext cx="5524500" cy="482600"/>
          </a:xfrm>
          <a:prstGeom prst="rect">
            <a:avLst/>
          </a:prstGeom>
        </p:spPr>
        <p:txBody>
          <a:bodyPr anchor="ctr" rtlCol="false" lIns="0" tIns="59435" rIns="0" bIns="59435"/>
          <a:lstStyle/>
          <a:p>
            <a:pPr algn="l" lvl="0">
              <a:lnSpc>
                <a:spcPct val="86320"/>
              </a:lnSpc>
            </a:pPr>
            <a:r>
              <a:rPr lang="en-US" sz="2599" b="false" i="false" u="none" strike="noStrike" spc="-1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나의 성과를 한 번 더 강조하고 싶을 때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2032000" y="3416300"/>
            <a:ext cx="6934200" cy="1270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>
            <a:off x="9321800" y="3416300"/>
            <a:ext cx="6934200" cy="57277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9690100" y="6578600"/>
            <a:ext cx="6210300" cy="21971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172700" y="7581900"/>
            <a:ext cx="5422900" cy="787400"/>
          </a:xfrm>
          <a:prstGeom prst="rect">
            <a:avLst/>
          </a:prstGeom>
        </p:spPr>
        <p:txBody>
          <a:bodyPr anchor="ctr" rtlCol="false" lIns="0" tIns="13970" rIns="0" bIns="13970"/>
          <a:lstStyle/>
          <a:p>
            <a:pPr algn="l" lvl="0">
              <a:lnSpc>
                <a:spcPct val="107899"/>
              </a:lnSpc>
            </a:pPr>
            <a:r>
              <a:rPr lang="en-US" sz="21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관련된 설명 및 내용을 간략하게 작성해주세요. </a:t>
            </a:r>
          </a:p>
          <a:p>
            <a:pPr algn="l" lvl="0">
              <a:lnSpc>
                <a:spcPct val="107899"/>
              </a:lnSpc>
            </a:pPr>
            <a:r>
              <a:rPr lang="en-US" sz="21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폰트는 프리텐다드 Medium, 사이즈 22pt입니다.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42600" y="3581400"/>
            <a:ext cx="4445000" cy="3302000"/>
          </a:xfrm>
          <a:prstGeom prst="rect">
            <a:avLst/>
          </a:prstGeom>
        </p:spPr>
        <p:txBody>
          <a:bodyPr anchor="ctr" rtlCol="false" lIns="0" tIns="301566" rIns="0" bIns="301566"/>
          <a:lstStyle/>
          <a:p>
            <a:pPr algn="l" lvl="0">
              <a:lnSpc>
                <a:spcPct val="91299"/>
              </a:lnSpc>
            </a:pPr>
            <a:r>
              <a:rPr lang="en-US" sz="15830" b="false" i="false" u="none" strike="noStrike" spc="-400">
                <a:solidFill>
                  <a:srgbClr val="202020"/>
                </a:solidFill>
                <a:latin typeface="Prompt-SemiBold"/>
                <a:ea typeface="Prompt-SemiBold"/>
                <a:cs typeface="Prompt-SemiBold"/>
              </a:rPr>
              <a:t>41.7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058900" y="4914900"/>
            <a:ext cx="2171700" cy="1244600"/>
          </a:xfrm>
          <a:prstGeom prst="rect">
            <a:avLst/>
          </a:prstGeom>
        </p:spPr>
        <p:txBody>
          <a:bodyPr anchor="ctr" rtlCol="false" lIns="0" tIns="131364" rIns="0" bIns="131364"/>
          <a:lstStyle/>
          <a:p>
            <a:pPr algn="l" lvl="0">
              <a:lnSpc>
                <a:spcPct val="91299"/>
              </a:lnSpc>
            </a:pPr>
            <a:r>
              <a:rPr lang="en-US" sz="6895" b="false" i="false" u="none" strike="noStrike" spc="-2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172700" y="7010400"/>
            <a:ext cx="5143500" cy="482600"/>
          </a:xfrm>
          <a:prstGeom prst="rect">
            <a:avLst/>
          </a:prstGeom>
        </p:spPr>
        <p:txBody>
          <a:bodyPr anchor="ctr" rtlCol="false" lIns="0" tIns="59435" rIns="0" bIns="59435"/>
          <a:lstStyle/>
          <a:p>
            <a:pPr algn="l" lvl="0">
              <a:lnSpc>
                <a:spcPct val="86320"/>
              </a:lnSpc>
            </a:pPr>
            <a:r>
              <a:rPr lang="en-US" sz="2599" b="false" i="false" u="none" strike="noStrike" spc="-1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강렬한 정리 페이지로 사용해보세요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>
            <a:off x="9321800" y="3416300"/>
            <a:ext cx="6934200" cy="12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7F7F7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>
            <a:off x="-139700" y="10172700"/>
            <a:ext cx="18745200" cy="1917700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3898900" y="1536700"/>
            <a:ext cx="10502900" cy="1206500"/>
          </a:xfrm>
          <a:prstGeom prst="rect">
            <a:avLst/>
          </a:prstGeom>
        </p:spPr>
        <p:txBody>
          <a:bodyPr anchor="ctr" rtlCol="false" lIns="0" tIns="84097" rIns="0" bIns="84097"/>
          <a:lstStyle/>
          <a:p>
            <a:pPr algn="ctr" lvl="0">
              <a:lnSpc>
                <a:spcPct val="99600"/>
              </a:lnSpc>
            </a:pPr>
            <a:r>
              <a:rPr lang="en-US" sz="6621" b="false" i="false" u="none" strike="noStrike" spc="-200">
                <a:solidFill>
                  <a:srgbClr val="202020"/>
                </a:solidFill>
                <a:latin typeface="Gmarket Sans Light"/>
                <a:ea typeface="Gmarket Sans Light"/>
                <a:cs typeface="Gmarket Sans Light"/>
              </a:rPr>
              <a:t>비교하기 좋은 </a:t>
            </a:r>
            <a:r>
              <a:rPr lang="en-US" sz="6621" b="false" i="false" u="none" strike="noStrike" spc="-2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반반 레이아웃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76300" y="787400"/>
            <a:ext cx="3111500" cy="330200"/>
          </a:xfrm>
          <a:prstGeom prst="rect">
            <a:avLst/>
          </a:prstGeom>
        </p:spPr>
        <p:txBody>
          <a:bodyPr anchor="ctr" rtlCol="false" lIns="0" tIns="11147" rIns="0" bIns="11147"/>
          <a:lstStyle/>
          <a:p>
            <a:pPr algn="l" lvl="0">
              <a:lnSpc>
                <a:spcPct val="107899"/>
              </a:lnSpc>
            </a:pPr>
            <a:r>
              <a:rPr lang="en-US" sz="1755" b="false" i="false" u="none" strike="noStrike" spc="-100">
                <a:solidFill>
                  <a:srgbClr val="787878"/>
                </a:solidFill>
                <a:latin typeface="Gmarket Sans Medium"/>
                <a:ea typeface="Gmarket Sans Medium"/>
                <a:cs typeface="Gmarket Sans Medium"/>
              </a:rPr>
              <a:t>Chapter 07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>
            <a:off x="520700" y="482600"/>
            <a:ext cx="17246600" cy="381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6294100" y="800100"/>
            <a:ext cx="1206500" cy="317500"/>
          </a:xfrm>
          <a:prstGeom prst="rect">
            <a:avLst/>
          </a:prstGeom>
        </p:spPr>
        <p:txBody>
          <a:bodyPr anchor="ctr" rtlCol="false" lIns="0" tIns="20985" rIns="0" bIns="20985"/>
          <a:lstStyle/>
          <a:p>
            <a:pPr algn="ctr" lvl="0">
              <a:lnSpc>
                <a:spcPct val="99600"/>
              </a:lnSpc>
            </a:pPr>
            <a:r>
              <a:rPr lang="en-US" sz="1652" b="false" i="false" u="none" strike="noStrike">
                <a:solidFill>
                  <a:srgbClr val="787878"/>
                </a:solidFill>
                <a:latin typeface="Pretendard Bold"/>
                <a:ea typeface="Pretendard Bold"/>
                <a:cs typeface="Pretendard Bold"/>
              </a:rPr>
              <a:t>MIRICOM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>
            <a:off x="15887700" y="787400"/>
            <a:ext cx="520700" cy="304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>
            <a:off x="1320800" y="3683000"/>
            <a:ext cx="7670800" cy="5727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822700" y="4013200"/>
            <a:ext cx="2667000" cy="711200"/>
          </a:xfrm>
          <a:prstGeom prst="rect">
            <a:avLst/>
          </a:prstGeom>
        </p:spPr>
        <p:txBody>
          <a:bodyPr anchor="ctr" rtlCol="false" lIns="0" tIns="74294" rIns="0" bIns="74294"/>
          <a:lstStyle/>
          <a:p>
            <a:pPr algn="ctr" lvl="0">
              <a:lnSpc>
                <a:spcPct val="91299"/>
              </a:lnSpc>
            </a:pPr>
            <a:r>
              <a:rPr lang="en-US" sz="3899" b="false" i="false" u="none" strike="noStrike" spc="-200">
                <a:solidFill>
                  <a:srgbClr val="F7F7F7"/>
                </a:solidFill>
                <a:latin typeface="Gmarket Sans Medium"/>
                <a:ea typeface="Gmarket Sans Medium"/>
                <a:cs typeface="Gmarket Sans Medium"/>
              </a:rPr>
              <a:t>자사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>
            <a:off x="1689100" y="4940300"/>
            <a:ext cx="6934200" cy="901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3352800" y="5181600"/>
            <a:ext cx="35941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58530"/>
              </a:lnSpc>
            </a:pPr>
            <a:r>
              <a:rPr lang="en-US" sz="23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비교할 항목을 입력하세요.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689100" y="6019800"/>
            <a:ext cx="6934200" cy="9017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2882900" y="6261100"/>
            <a:ext cx="45466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58530"/>
              </a:lnSpc>
            </a:pPr>
            <a:r>
              <a:rPr lang="en-US" sz="23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또는 원인과 결과를 입력하세요.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689100" y="7099300"/>
            <a:ext cx="6934200" cy="9017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3035300" y="7340600"/>
            <a:ext cx="42418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58530"/>
              </a:lnSpc>
            </a:pPr>
            <a:r>
              <a:rPr lang="en-US" sz="23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어떤 주제든지 대비되는 주제로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>
            <a:off x="1689100" y="8178800"/>
            <a:ext cx="6934200" cy="9017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2971800" y="8420100"/>
            <a:ext cx="43561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58530"/>
              </a:lnSpc>
            </a:pPr>
            <a:r>
              <a:rPr lang="en-US" sz="23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비교 또는 연결해보세요.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5400000">
            <a:off x="6540500" y="6515100"/>
            <a:ext cx="5245100" cy="50800"/>
          </a:xfrm>
          <a:prstGeom prst="rect">
            <a:avLst/>
          </a:prstGeom>
        </p:spPr>
      </p:pic>
      <p:sp>
        <p:nvSpPr>
          <p:cNvPr name="TextBox 19" id="19"/>
          <p:cNvSpPr txBox="true"/>
          <p:nvPr/>
        </p:nvSpPr>
        <p:spPr>
          <a:xfrm rot="0">
            <a:off x="3048000" y="2832100"/>
            <a:ext cx="121793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199" b="false" i="false" u="none" strike="noStrike">
                <a:solidFill>
                  <a:srgbClr val="595959"/>
                </a:solidFill>
                <a:latin typeface="Pretendard Light"/>
                <a:ea typeface="Pretendard Light"/>
                <a:cs typeface="Pretendard Light"/>
              </a:rPr>
              <a:t>키워드에 관련된 설명 및 내용을 간략하게 작성해주세요. 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>
            <a:off x="9321800" y="3683000"/>
            <a:ext cx="7670800" cy="572770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1823700" y="4013200"/>
            <a:ext cx="2667000" cy="711200"/>
          </a:xfrm>
          <a:prstGeom prst="rect">
            <a:avLst/>
          </a:prstGeom>
        </p:spPr>
        <p:txBody>
          <a:bodyPr anchor="ctr" rtlCol="false" lIns="0" tIns="74294" rIns="0" bIns="74294"/>
          <a:lstStyle/>
          <a:p>
            <a:pPr algn="ctr" lvl="0">
              <a:lnSpc>
                <a:spcPct val="91299"/>
              </a:lnSpc>
            </a:pPr>
            <a:r>
              <a:rPr lang="en-US" sz="3899" b="false" i="false" u="none" strike="noStrike" spc="-200">
                <a:solidFill>
                  <a:srgbClr val="202020"/>
                </a:solidFill>
                <a:latin typeface="Gmarket Sans Medium"/>
                <a:ea typeface="Gmarket Sans Medium"/>
                <a:cs typeface="Gmarket Sans Medium"/>
              </a:rPr>
              <a:t>경쟁사</a:t>
            </a:r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>
            <a:off x="9690100" y="4940300"/>
            <a:ext cx="6934200" cy="901700"/>
          </a:xfrm>
          <a:prstGeom prst="rect">
            <a:avLst/>
          </a:prstGeom>
        </p:spPr>
      </p:pic>
      <p:sp>
        <p:nvSpPr>
          <p:cNvPr name="TextBox 23" id="23"/>
          <p:cNvSpPr txBox="true"/>
          <p:nvPr/>
        </p:nvSpPr>
        <p:spPr>
          <a:xfrm rot="0">
            <a:off x="11353800" y="5181600"/>
            <a:ext cx="35941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58530"/>
              </a:lnSpc>
            </a:pPr>
            <a:r>
              <a:rPr lang="en-US" sz="23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비교할 항목을 입력하세요.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>
            <a:off x="9690100" y="6019800"/>
            <a:ext cx="6934200" cy="9017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10883900" y="6261100"/>
            <a:ext cx="45466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58530"/>
              </a:lnSpc>
            </a:pPr>
            <a:r>
              <a:rPr lang="en-US" sz="23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또는 원인과 결과를 입력하세요.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9690100" y="7099300"/>
            <a:ext cx="6934200" cy="901700"/>
          </a:xfrm>
          <a:prstGeom prst="rect">
            <a:avLst/>
          </a:prstGeom>
        </p:spPr>
      </p:pic>
      <p:sp>
        <p:nvSpPr>
          <p:cNvPr name="TextBox 27" id="27"/>
          <p:cNvSpPr txBox="true"/>
          <p:nvPr/>
        </p:nvSpPr>
        <p:spPr>
          <a:xfrm rot="0">
            <a:off x="11036300" y="7340600"/>
            <a:ext cx="42418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58530"/>
              </a:lnSpc>
            </a:pPr>
            <a:r>
              <a:rPr lang="en-US" sz="23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어떤 주제든지 대비되는 주제로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 rot="0">
            <a:off x="9690100" y="8178800"/>
            <a:ext cx="6934200" cy="9017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0972800" y="8420100"/>
            <a:ext cx="4356100" cy="4445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158530"/>
              </a:lnSpc>
            </a:pPr>
            <a:r>
              <a:rPr lang="en-US" sz="2399" b="false" i="false" u="none" strike="noStrike" spc="-100">
                <a:solidFill>
                  <a:srgbClr val="202020"/>
                </a:solidFill>
                <a:latin typeface="Pretendard Medium"/>
                <a:ea typeface="Pretendard Medium"/>
                <a:cs typeface="Pretendard Medium"/>
              </a:rPr>
              <a:t>비교 또는 연결해보세요.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